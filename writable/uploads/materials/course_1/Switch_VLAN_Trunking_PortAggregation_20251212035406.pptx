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433" autoAdjust="0"/>
  </p:normalViewPr>
  <p:slideViewPr>
    <p:cSldViewPr snapToGrid="0" snapToObjects="1">
      <p:cViewPr varScale="1">
        <p:scale>
          <a:sx n="74" d="100"/>
          <a:sy n="74" d="100"/>
        </p:scale>
        <p:origin x="26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53AE8C-C060-443A-A6EE-9CAA6629844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6526664-CF5C-4F63-94F8-2C82070A95FE}">
      <dgm:prSet/>
      <dgm:spPr/>
      <dgm:t>
        <a:bodyPr/>
        <a:lstStyle/>
        <a:p>
          <a:r>
            <a:rPr lang="en-US"/>
            <a:t>- A switch connects devices in a LAN using MAC addresses.</a:t>
          </a:r>
        </a:p>
      </dgm:t>
    </dgm:pt>
    <dgm:pt modelId="{C400ABF7-0EFF-4D8D-B7FF-7DF6A3FFF5A8}" type="parTrans" cxnId="{E52E17F8-B1F4-419D-A04A-B7569961F425}">
      <dgm:prSet/>
      <dgm:spPr/>
      <dgm:t>
        <a:bodyPr/>
        <a:lstStyle/>
        <a:p>
          <a:endParaRPr lang="en-US"/>
        </a:p>
      </dgm:t>
    </dgm:pt>
    <dgm:pt modelId="{AB701FC9-36A1-4143-8223-80FA711267C5}" type="sibTrans" cxnId="{E52E17F8-B1F4-419D-A04A-B7569961F425}">
      <dgm:prSet/>
      <dgm:spPr/>
      <dgm:t>
        <a:bodyPr/>
        <a:lstStyle/>
        <a:p>
          <a:endParaRPr lang="en-US"/>
        </a:p>
      </dgm:t>
    </dgm:pt>
    <dgm:pt modelId="{D4688DA8-33E8-4971-AB9E-605AA6041EF5}">
      <dgm:prSet/>
      <dgm:spPr/>
      <dgm:t>
        <a:bodyPr/>
        <a:lstStyle/>
        <a:p>
          <a:r>
            <a:rPr lang="en-US"/>
            <a:t>- Unlike hubs, switches are intelligent and reduce collisions.</a:t>
          </a:r>
        </a:p>
      </dgm:t>
    </dgm:pt>
    <dgm:pt modelId="{1C4F4EAC-79B5-44A9-BE10-265674BCE56F}" type="parTrans" cxnId="{A5CE8FF5-82B0-4D4B-A7CD-08566DCA8878}">
      <dgm:prSet/>
      <dgm:spPr/>
      <dgm:t>
        <a:bodyPr/>
        <a:lstStyle/>
        <a:p>
          <a:endParaRPr lang="en-US"/>
        </a:p>
      </dgm:t>
    </dgm:pt>
    <dgm:pt modelId="{EE42B8D2-1A9D-4A8F-8692-654558310FEA}" type="sibTrans" cxnId="{A5CE8FF5-82B0-4D4B-A7CD-08566DCA8878}">
      <dgm:prSet/>
      <dgm:spPr/>
      <dgm:t>
        <a:bodyPr/>
        <a:lstStyle/>
        <a:p>
          <a:endParaRPr lang="en-US"/>
        </a:p>
      </dgm:t>
    </dgm:pt>
    <dgm:pt modelId="{DF1AE08F-8264-4C0F-903B-FB3C9F939C91}">
      <dgm:prSet/>
      <dgm:spPr/>
      <dgm:t>
        <a:bodyPr/>
        <a:lstStyle/>
        <a:p>
          <a:r>
            <a:rPr lang="en-US"/>
            <a:t>- Enhanced with VLANs, trunking, and port aggregation for performance.</a:t>
          </a:r>
        </a:p>
      </dgm:t>
    </dgm:pt>
    <dgm:pt modelId="{839A4408-AC23-42FB-BF29-4DC305A089E2}" type="parTrans" cxnId="{49956769-D731-47A4-B199-4F2578D108AA}">
      <dgm:prSet/>
      <dgm:spPr/>
      <dgm:t>
        <a:bodyPr/>
        <a:lstStyle/>
        <a:p>
          <a:endParaRPr lang="en-US"/>
        </a:p>
      </dgm:t>
    </dgm:pt>
    <dgm:pt modelId="{B9492704-1D4B-4C1D-9B2A-058A2CF53392}" type="sibTrans" cxnId="{49956769-D731-47A4-B199-4F2578D108AA}">
      <dgm:prSet/>
      <dgm:spPr/>
      <dgm:t>
        <a:bodyPr/>
        <a:lstStyle/>
        <a:p>
          <a:endParaRPr lang="en-US"/>
        </a:p>
      </dgm:t>
    </dgm:pt>
    <dgm:pt modelId="{609883E7-95B1-4CCE-BDCB-8E59FFE1C7B5}" type="pres">
      <dgm:prSet presAssocID="{D553AE8C-C060-443A-A6EE-9CAA66298443}" presName="root" presStyleCnt="0">
        <dgm:presLayoutVars>
          <dgm:dir/>
          <dgm:resizeHandles val="exact"/>
        </dgm:presLayoutVars>
      </dgm:prSet>
      <dgm:spPr/>
    </dgm:pt>
    <dgm:pt modelId="{7A0EF500-2465-4713-9527-7FC48E4B116E}" type="pres">
      <dgm:prSet presAssocID="{26526664-CF5C-4F63-94F8-2C82070A95FE}" presName="compNode" presStyleCnt="0"/>
      <dgm:spPr/>
    </dgm:pt>
    <dgm:pt modelId="{53379BC2-5005-456F-B525-0541FC4048CB}" type="pres">
      <dgm:prSet presAssocID="{26526664-CF5C-4F63-94F8-2C82070A95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1CE0FBF-FA06-4F05-9782-283430A5FEB1}" type="pres">
      <dgm:prSet presAssocID="{26526664-CF5C-4F63-94F8-2C82070A95FE}" presName="spaceRect" presStyleCnt="0"/>
      <dgm:spPr/>
    </dgm:pt>
    <dgm:pt modelId="{1E1D4043-4D29-4EE3-B8C3-4BB04547C26C}" type="pres">
      <dgm:prSet presAssocID="{26526664-CF5C-4F63-94F8-2C82070A95FE}" presName="textRect" presStyleLbl="revTx" presStyleIdx="0" presStyleCnt="3">
        <dgm:presLayoutVars>
          <dgm:chMax val="1"/>
          <dgm:chPref val="1"/>
        </dgm:presLayoutVars>
      </dgm:prSet>
      <dgm:spPr/>
    </dgm:pt>
    <dgm:pt modelId="{73D7C996-14C7-44A0-9E43-27DBFA59D2D4}" type="pres">
      <dgm:prSet presAssocID="{AB701FC9-36A1-4143-8223-80FA711267C5}" presName="sibTrans" presStyleCnt="0"/>
      <dgm:spPr/>
    </dgm:pt>
    <dgm:pt modelId="{FCB4B263-946E-4D41-AEFB-B6ED1BEC3DE8}" type="pres">
      <dgm:prSet presAssocID="{D4688DA8-33E8-4971-AB9E-605AA6041EF5}" presName="compNode" presStyleCnt="0"/>
      <dgm:spPr/>
    </dgm:pt>
    <dgm:pt modelId="{029F7B0A-A9FD-42FD-99E6-B0FEE824551D}" type="pres">
      <dgm:prSet presAssocID="{D4688DA8-33E8-4971-AB9E-605AA6041EF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7F63825-925E-4178-BA83-D17C0FD93EE2}" type="pres">
      <dgm:prSet presAssocID="{D4688DA8-33E8-4971-AB9E-605AA6041EF5}" presName="spaceRect" presStyleCnt="0"/>
      <dgm:spPr/>
    </dgm:pt>
    <dgm:pt modelId="{92640D15-788C-4E5F-B6FC-121F83B7A898}" type="pres">
      <dgm:prSet presAssocID="{D4688DA8-33E8-4971-AB9E-605AA6041EF5}" presName="textRect" presStyleLbl="revTx" presStyleIdx="1" presStyleCnt="3">
        <dgm:presLayoutVars>
          <dgm:chMax val="1"/>
          <dgm:chPref val="1"/>
        </dgm:presLayoutVars>
      </dgm:prSet>
      <dgm:spPr/>
    </dgm:pt>
    <dgm:pt modelId="{1BFB0F8A-72DD-44B7-A015-BE3B2CB73AC8}" type="pres">
      <dgm:prSet presAssocID="{EE42B8D2-1A9D-4A8F-8692-654558310FEA}" presName="sibTrans" presStyleCnt="0"/>
      <dgm:spPr/>
    </dgm:pt>
    <dgm:pt modelId="{63E57D17-AFB5-4523-AD25-20D1036FEAD6}" type="pres">
      <dgm:prSet presAssocID="{DF1AE08F-8264-4C0F-903B-FB3C9F939C91}" presName="compNode" presStyleCnt="0"/>
      <dgm:spPr/>
    </dgm:pt>
    <dgm:pt modelId="{47F7FB68-705E-4DB3-A51D-BF3DF9FC521F}" type="pres">
      <dgm:prSet presAssocID="{DF1AE08F-8264-4C0F-903B-FB3C9F939C9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1AFD7BE7-51B8-4502-9668-0053D440B8C5}" type="pres">
      <dgm:prSet presAssocID="{DF1AE08F-8264-4C0F-903B-FB3C9F939C91}" presName="spaceRect" presStyleCnt="0"/>
      <dgm:spPr/>
    </dgm:pt>
    <dgm:pt modelId="{EF752C62-3F4D-41ED-93B3-A0DF2F39C17D}" type="pres">
      <dgm:prSet presAssocID="{DF1AE08F-8264-4C0F-903B-FB3C9F939C9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022180D-A7A2-4014-892D-60A03AD81BB5}" type="presOf" srcId="{DF1AE08F-8264-4C0F-903B-FB3C9F939C91}" destId="{EF752C62-3F4D-41ED-93B3-A0DF2F39C17D}" srcOrd="0" destOrd="0" presId="urn:microsoft.com/office/officeart/2018/2/layout/IconLabelList"/>
    <dgm:cxn modelId="{CD197520-B2C4-4953-BC4A-32BA174B6FA2}" type="presOf" srcId="{26526664-CF5C-4F63-94F8-2C82070A95FE}" destId="{1E1D4043-4D29-4EE3-B8C3-4BB04547C26C}" srcOrd="0" destOrd="0" presId="urn:microsoft.com/office/officeart/2018/2/layout/IconLabelList"/>
    <dgm:cxn modelId="{49956769-D731-47A4-B199-4F2578D108AA}" srcId="{D553AE8C-C060-443A-A6EE-9CAA66298443}" destId="{DF1AE08F-8264-4C0F-903B-FB3C9F939C91}" srcOrd="2" destOrd="0" parTransId="{839A4408-AC23-42FB-BF29-4DC305A089E2}" sibTransId="{B9492704-1D4B-4C1D-9B2A-058A2CF53392}"/>
    <dgm:cxn modelId="{0E21A99B-3A93-4E44-8B7F-FD15ADA0FED1}" type="presOf" srcId="{D4688DA8-33E8-4971-AB9E-605AA6041EF5}" destId="{92640D15-788C-4E5F-B6FC-121F83B7A898}" srcOrd="0" destOrd="0" presId="urn:microsoft.com/office/officeart/2018/2/layout/IconLabelList"/>
    <dgm:cxn modelId="{A7471ADF-9D3A-4FBA-8EE6-A3E6302C8C51}" type="presOf" srcId="{D553AE8C-C060-443A-A6EE-9CAA66298443}" destId="{609883E7-95B1-4CCE-BDCB-8E59FFE1C7B5}" srcOrd="0" destOrd="0" presId="urn:microsoft.com/office/officeart/2018/2/layout/IconLabelList"/>
    <dgm:cxn modelId="{A5CE8FF5-82B0-4D4B-A7CD-08566DCA8878}" srcId="{D553AE8C-C060-443A-A6EE-9CAA66298443}" destId="{D4688DA8-33E8-4971-AB9E-605AA6041EF5}" srcOrd="1" destOrd="0" parTransId="{1C4F4EAC-79B5-44A9-BE10-265674BCE56F}" sibTransId="{EE42B8D2-1A9D-4A8F-8692-654558310FEA}"/>
    <dgm:cxn modelId="{E52E17F8-B1F4-419D-A04A-B7569961F425}" srcId="{D553AE8C-C060-443A-A6EE-9CAA66298443}" destId="{26526664-CF5C-4F63-94F8-2C82070A95FE}" srcOrd="0" destOrd="0" parTransId="{C400ABF7-0EFF-4D8D-B7FF-7DF6A3FFF5A8}" sibTransId="{AB701FC9-36A1-4143-8223-80FA711267C5}"/>
    <dgm:cxn modelId="{33CB4426-1CA2-44B3-8E6D-FFD636BFEC9D}" type="presParOf" srcId="{609883E7-95B1-4CCE-BDCB-8E59FFE1C7B5}" destId="{7A0EF500-2465-4713-9527-7FC48E4B116E}" srcOrd="0" destOrd="0" presId="urn:microsoft.com/office/officeart/2018/2/layout/IconLabelList"/>
    <dgm:cxn modelId="{EA58F07F-DD09-48E8-BD06-C2334DDDDA10}" type="presParOf" srcId="{7A0EF500-2465-4713-9527-7FC48E4B116E}" destId="{53379BC2-5005-456F-B525-0541FC4048CB}" srcOrd="0" destOrd="0" presId="urn:microsoft.com/office/officeart/2018/2/layout/IconLabelList"/>
    <dgm:cxn modelId="{5122D5E2-66DB-4C1A-A5F0-BDC8CC433F6A}" type="presParOf" srcId="{7A0EF500-2465-4713-9527-7FC48E4B116E}" destId="{31CE0FBF-FA06-4F05-9782-283430A5FEB1}" srcOrd="1" destOrd="0" presId="urn:microsoft.com/office/officeart/2018/2/layout/IconLabelList"/>
    <dgm:cxn modelId="{2314A52B-2892-41FA-ACED-208151114698}" type="presParOf" srcId="{7A0EF500-2465-4713-9527-7FC48E4B116E}" destId="{1E1D4043-4D29-4EE3-B8C3-4BB04547C26C}" srcOrd="2" destOrd="0" presId="urn:microsoft.com/office/officeart/2018/2/layout/IconLabelList"/>
    <dgm:cxn modelId="{8C5DF043-C8B7-4448-BAEB-A8D119D16B8A}" type="presParOf" srcId="{609883E7-95B1-4CCE-BDCB-8E59FFE1C7B5}" destId="{73D7C996-14C7-44A0-9E43-27DBFA59D2D4}" srcOrd="1" destOrd="0" presId="urn:microsoft.com/office/officeart/2018/2/layout/IconLabelList"/>
    <dgm:cxn modelId="{F42A134A-DDB8-4915-AFC1-7AB6EAF599D4}" type="presParOf" srcId="{609883E7-95B1-4CCE-BDCB-8E59FFE1C7B5}" destId="{FCB4B263-946E-4D41-AEFB-B6ED1BEC3DE8}" srcOrd="2" destOrd="0" presId="urn:microsoft.com/office/officeart/2018/2/layout/IconLabelList"/>
    <dgm:cxn modelId="{BD887A91-9A00-444A-8F36-67E01E8866B6}" type="presParOf" srcId="{FCB4B263-946E-4D41-AEFB-B6ED1BEC3DE8}" destId="{029F7B0A-A9FD-42FD-99E6-B0FEE824551D}" srcOrd="0" destOrd="0" presId="urn:microsoft.com/office/officeart/2018/2/layout/IconLabelList"/>
    <dgm:cxn modelId="{13C2D1BF-FC69-4D06-8A49-6800903EB630}" type="presParOf" srcId="{FCB4B263-946E-4D41-AEFB-B6ED1BEC3DE8}" destId="{37F63825-925E-4178-BA83-D17C0FD93EE2}" srcOrd="1" destOrd="0" presId="urn:microsoft.com/office/officeart/2018/2/layout/IconLabelList"/>
    <dgm:cxn modelId="{D054E70F-72F8-41B6-B685-C1C08F474E9F}" type="presParOf" srcId="{FCB4B263-946E-4D41-AEFB-B6ED1BEC3DE8}" destId="{92640D15-788C-4E5F-B6FC-121F83B7A898}" srcOrd="2" destOrd="0" presId="urn:microsoft.com/office/officeart/2018/2/layout/IconLabelList"/>
    <dgm:cxn modelId="{97FF847D-F03B-4BD1-898E-A2E382DE6B10}" type="presParOf" srcId="{609883E7-95B1-4CCE-BDCB-8E59FFE1C7B5}" destId="{1BFB0F8A-72DD-44B7-A015-BE3B2CB73AC8}" srcOrd="3" destOrd="0" presId="urn:microsoft.com/office/officeart/2018/2/layout/IconLabelList"/>
    <dgm:cxn modelId="{EE72973B-3E9F-4AA0-8B37-831C2AE4E53F}" type="presParOf" srcId="{609883E7-95B1-4CCE-BDCB-8E59FFE1C7B5}" destId="{63E57D17-AFB5-4523-AD25-20D1036FEAD6}" srcOrd="4" destOrd="0" presId="urn:microsoft.com/office/officeart/2018/2/layout/IconLabelList"/>
    <dgm:cxn modelId="{E45442E1-9264-44A3-8D8D-005C2CD31246}" type="presParOf" srcId="{63E57D17-AFB5-4523-AD25-20D1036FEAD6}" destId="{47F7FB68-705E-4DB3-A51D-BF3DF9FC521F}" srcOrd="0" destOrd="0" presId="urn:microsoft.com/office/officeart/2018/2/layout/IconLabelList"/>
    <dgm:cxn modelId="{BD529745-BCD7-4E6D-B220-4CC438353BA5}" type="presParOf" srcId="{63E57D17-AFB5-4523-AD25-20D1036FEAD6}" destId="{1AFD7BE7-51B8-4502-9668-0053D440B8C5}" srcOrd="1" destOrd="0" presId="urn:microsoft.com/office/officeart/2018/2/layout/IconLabelList"/>
    <dgm:cxn modelId="{80ECA3A4-53E4-4E69-8C03-589694AE5387}" type="presParOf" srcId="{63E57D17-AFB5-4523-AD25-20D1036FEAD6}" destId="{EF752C62-3F4D-41ED-93B3-A0DF2F39C17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8DC29B-C038-4DF3-BBBC-E7DB8837C4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BC64121-0045-49DF-AFC3-DF85854EFA62}">
      <dgm:prSet/>
      <dgm:spPr/>
      <dgm:t>
        <a:bodyPr/>
        <a:lstStyle/>
        <a:p>
          <a:r>
            <a:rPr lang="en-US"/>
            <a:t>- VLANs: Segmentation, security, performance.</a:t>
          </a:r>
        </a:p>
      </dgm:t>
    </dgm:pt>
    <dgm:pt modelId="{0B335679-1E74-47C2-B32F-D71798D027CC}" type="parTrans" cxnId="{A478664D-AD03-4960-AB7E-BC8F3D5CED0B}">
      <dgm:prSet/>
      <dgm:spPr/>
      <dgm:t>
        <a:bodyPr/>
        <a:lstStyle/>
        <a:p>
          <a:endParaRPr lang="en-US"/>
        </a:p>
      </dgm:t>
    </dgm:pt>
    <dgm:pt modelId="{471B0416-2AB6-47A4-9EFC-B69DBF602DE2}" type="sibTrans" cxnId="{A478664D-AD03-4960-AB7E-BC8F3D5CED0B}">
      <dgm:prSet/>
      <dgm:spPr/>
      <dgm:t>
        <a:bodyPr/>
        <a:lstStyle/>
        <a:p>
          <a:endParaRPr lang="en-US"/>
        </a:p>
      </dgm:t>
    </dgm:pt>
    <dgm:pt modelId="{AD7F9432-A575-40FB-8AE3-A8DA1A92B7D7}">
      <dgm:prSet/>
      <dgm:spPr/>
      <dgm:t>
        <a:bodyPr/>
        <a:lstStyle/>
        <a:p>
          <a:r>
            <a:rPr lang="en-US"/>
            <a:t>- Trunking: VLAN propagation across switches.</a:t>
          </a:r>
        </a:p>
      </dgm:t>
    </dgm:pt>
    <dgm:pt modelId="{748095D5-0A4D-4888-AA10-78FEF9BC04C9}" type="parTrans" cxnId="{2A68F7C7-455A-44E2-AC79-CB0BD534EA8F}">
      <dgm:prSet/>
      <dgm:spPr/>
      <dgm:t>
        <a:bodyPr/>
        <a:lstStyle/>
        <a:p>
          <a:endParaRPr lang="en-US"/>
        </a:p>
      </dgm:t>
    </dgm:pt>
    <dgm:pt modelId="{988A8A2B-F794-4050-8F32-384AE4A36434}" type="sibTrans" cxnId="{2A68F7C7-455A-44E2-AC79-CB0BD534EA8F}">
      <dgm:prSet/>
      <dgm:spPr/>
      <dgm:t>
        <a:bodyPr/>
        <a:lstStyle/>
        <a:p>
          <a:endParaRPr lang="en-US"/>
        </a:p>
      </dgm:t>
    </dgm:pt>
    <dgm:pt modelId="{8124CF1E-D8F2-4F79-B57D-D5CCBD5BED66}">
      <dgm:prSet/>
      <dgm:spPr/>
      <dgm:t>
        <a:bodyPr/>
        <a:lstStyle/>
        <a:p>
          <a:r>
            <a:rPr lang="en-US"/>
            <a:t>- Port Aggregation: High bandwidth + redundancy.</a:t>
          </a:r>
        </a:p>
      </dgm:t>
    </dgm:pt>
    <dgm:pt modelId="{01576B87-3670-48F5-AFF3-280ACC4FB709}" type="parTrans" cxnId="{2661B111-14FF-4995-89AC-129F3BBEE316}">
      <dgm:prSet/>
      <dgm:spPr/>
      <dgm:t>
        <a:bodyPr/>
        <a:lstStyle/>
        <a:p>
          <a:endParaRPr lang="en-US"/>
        </a:p>
      </dgm:t>
    </dgm:pt>
    <dgm:pt modelId="{76F13816-FC38-446D-B8B7-2FC2439B91C8}" type="sibTrans" cxnId="{2661B111-14FF-4995-89AC-129F3BBEE316}">
      <dgm:prSet/>
      <dgm:spPr/>
      <dgm:t>
        <a:bodyPr/>
        <a:lstStyle/>
        <a:p>
          <a:endParaRPr lang="en-US"/>
        </a:p>
      </dgm:t>
    </dgm:pt>
    <dgm:pt modelId="{264171B2-5453-482E-A6DE-0C3F74E124A8}">
      <dgm:prSet/>
      <dgm:spPr/>
      <dgm:t>
        <a:bodyPr/>
        <a:lstStyle/>
        <a:p>
          <a:r>
            <a:rPr lang="en-US"/>
            <a:t>[Insert icons: shield, speedometer, arrows]</a:t>
          </a:r>
        </a:p>
      </dgm:t>
    </dgm:pt>
    <dgm:pt modelId="{7B83573A-37E5-43AE-8964-64116E5FAE78}" type="parTrans" cxnId="{96D90692-F848-4F2B-A8BA-5CC98AFAE93D}">
      <dgm:prSet/>
      <dgm:spPr/>
      <dgm:t>
        <a:bodyPr/>
        <a:lstStyle/>
        <a:p>
          <a:endParaRPr lang="en-US"/>
        </a:p>
      </dgm:t>
    </dgm:pt>
    <dgm:pt modelId="{C9A5BC3D-334B-4D4D-80E4-3856545C477A}" type="sibTrans" cxnId="{96D90692-F848-4F2B-A8BA-5CC98AFAE93D}">
      <dgm:prSet/>
      <dgm:spPr/>
      <dgm:t>
        <a:bodyPr/>
        <a:lstStyle/>
        <a:p>
          <a:endParaRPr lang="en-US"/>
        </a:p>
      </dgm:t>
    </dgm:pt>
    <dgm:pt modelId="{C3E7D8B1-CF90-48FB-B300-74A1044D76B3}" type="pres">
      <dgm:prSet presAssocID="{DA8DC29B-C038-4DF3-BBBC-E7DB8837C4FB}" presName="root" presStyleCnt="0">
        <dgm:presLayoutVars>
          <dgm:dir/>
          <dgm:resizeHandles val="exact"/>
        </dgm:presLayoutVars>
      </dgm:prSet>
      <dgm:spPr/>
    </dgm:pt>
    <dgm:pt modelId="{F05DDE1E-5FF4-4736-8556-6D99694AD922}" type="pres">
      <dgm:prSet presAssocID="{9BC64121-0045-49DF-AFC3-DF85854EFA62}" presName="compNode" presStyleCnt="0"/>
      <dgm:spPr/>
    </dgm:pt>
    <dgm:pt modelId="{73AFA487-33F2-40FB-A6A3-1F8D9FE8C36B}" type="pres">
      <dgm:prSet presAssocID="{9BC64121-0045-49DF-AFC3-DF85854EFA62}" presName="bgRect" presStyleLbl="bgShp" presStyleIdx="0" presStyleCnt="4"/>
      <dgm:spPr/>
    </dgm:pt>
    <dgm:pt modelId="{4F2E31C2-1702-496D-BEFB-D0C891D2AD1C}" type="pres">
      <dgm:prSet presAssocID="{9BC64121-0045-49DF-AFC3-DF85854EFA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7ECA97C2-1F29-4397-9E8F-B77E847ABC97}" type="pres">
      <dgm:prSet presAssocID="{9BC64121-0045-49DF-AFC3-DF85854EFA62}" presName="spaceRect" presStyleCnt="0"/>
      <dgm:spPr/>
    </dgm:pt>
    <dgm:pt modelId="{408B745A-CB7D-46EC-90A9-26E1820465F8}" type="pres">
      <dgm:prSet presAssocID="{9BC64121-0045-49DF-AFC3-DF85854EFA62}" presName="parTx" presStyleLbl="revTx" presStyleIdx="0" presStyleCnt="4">
        <dgm:presLayoutVars>
          <dgm:chMax val="0"/>
          <dgm:chPref val="0"/>
        </dgm:presLayoutVars>
      </dgm:prSet>
      <dgm:spPr/>
    </dgm:pt>
    <dgm:pt modelId="{F4812654-FF25-495A-B6D8-8329632766DF}" type="pres">
      <dgm:prSet presAssocID="{471B0416-2AB6-47A4-9EFC-B69DBF602DE2}" presName="sibTrans" presStyleCnt="0"/>
      <dgm:spPr/>
    </dgm:pt>
    <dgm:pt modelId="{847F4B52-7AC9-48EE-B7E9-8EC0650C7403}" type="pres">
      <dgm:prSet presAssocID="{AD7F9432-A575-40FB-8AE3-A8DA1A92B7D7}" presName="compNode" presStyleCnt="0"/>
      <dgm:spPr/>
    </dgm:pt>
    <dgm:pt modelId="{8EDDAF24-882B-4C15-853E-3FC2DAA7005C}" type="pres">
      <dgm:prSet presAssocID="{AD7F9432-A575-40FB-8AE3-A8DA1A92B7D7}" presName="bgRect" presStyleLbl="bgShp" presStyleIdx="1" presStyleCnt="4"/>
      <dgm:spPr/>
    </dgm:pt>
    <dgm:pt modelId="{AA9A48C7-A4C9-4956-A49A-21BB811F85C8}" type="pres">
      <dgm:prSet presAssocID="{AD7F9432-A575-40FB-8AE3-A8DA1A92B7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B4C6580-5133-4063-9C7F-55182D016E51}" type="pres">
      <dgm:prSet presAssocID="{AD7F9432-A575-40FB-8AE3-A8DA1A92B7D7}" presName="spaceRect" presStyleCnt="0"/>
      <dgm:spPr/>
    </dgm:pt>
    <dgm:pt modelId="{2F94D2A8-5751-44C6-A2E6-B6504159765E}" type="pres">
      <dgm:prSet presAssocID="{AD7F9432-A575-40FB-8AE3-A8DA1A92B7D7}" presName="parTx" presStyleLbl="revTx" presStyleIdx="1" presStyleCnt="4">
        <dgm:presLayoutVars>
          <dgm:chMax val="0"/>
          <dgm:chPref val="0"/>
        </dgm:presLayoutVars>
      </dgm:prSet>
      <dgm:spPr/>
    </dgm:pt>
    <dgm:pt modelId="{1BACD82B-6FA8-4321-B49F-736CFBB9850C}" type="pres">
      <dgm:prSet presAssocID="{988A8A2B-F794-4050-8F32-384AE4A36434}" presName="sibTrans" presStyleCnt="0"/>
      <dgm:spPr/>
    </dgm:pt>
    <dgm:pt modelId="{042E0DDC-02BE-4E16-99BF-C1E1420CBDE9}" type="pres">
      <dgm:prSet presAssocID="{8124CF1E-D8F2-4F79-B57D-D5CCBD5BED66}" presName="compNode" presStyleCnt="0"/>
      <dgm:spPr/>
    </dgm:pt>
    <dgm:pt modelId="{413065B7-DAFC-4F37-93D2-BBF526301365}" type="pres">
      <dgm:prSet presAssocID="{8124CF1E-D8F2-4F79-B57D-D5CCBD5BED66}" presName="bgRect" presStyleLbl="bgShp" presStyleIdx="2" presStyleCnt="4"/>
      <dgm:spPr/>
    </dgm:pt>
    <dgm:pt modelId="{63AFC3D0-5838-4CD8-AB16-8B97DC143D8C}" type="pres">
      <dgm:prSet presAssocID="{8124CF1E-D8F2-4F79-B57D-D5CCBD5BED6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2BAC2AD-FE5F-4069-8477-412C383FF5AC}" type="pres">
      <dgm:prSet presAssocID="{8124CF1E-D8F2-4F79-B57D-D5CCBD5BED66}" presName="spaceRect" presStyleCnt="0"/>
      <dgm:spPr/>
    </dgm:pt>
    <dgm:pt modelId="{6DEC8D8D-CA3F-45B1-8CD9-38530FA319A5}" type="pres">
      <dgm:prSet presAssocID="{8124CF1E-D8F2-4F79-B57D-D5CCBD5BED66}" presName="parTx" presStyleLbl="revTx" presStyleIdx="2" presStyleCnt="4">
        <dgm:presLayoutVars>
          <dgm:chMax val="0"/>
          <dgm:chPref val="0"/>
        </dgm:presLayoutVars>
      </dgm:prSet>
      <dgm:spPr/>
    </dgm:pt>
    <dgm:pt modelId="{55C85547-6663-4138-A4B0-6D3AA7831FDB}" type="pres">
      <dgm:prSet presAssocID="{76F13816-FC38-446D-B8B7-2FC2439B91C8}" presName="sibTrans" presStyleCnt="0"/>
      <dgm:spPr/>
    </dgm:pt>
    <dgm:pt modelId="{7ECDCB00-E670-4BB2-98CF-C4BE27E88843}" type="pres">
      <dgm:prSet presAssocID="{264171B2-5453-482E-A6DE-0C3F74E124A8}" presName="compNode" presStyleCnt="0"/>
      <dgm:spPr/>
    </dgm:pt>
    <dgm:pt modelId="{759FD7F8-9542-44FA-AB0D-09CD7A1B7640}" type="pres">
      <dgm:prSet presAssocID="{264171B2-5453-482E-A6DE-0C3F74E124A8}" presName="bgRect" presStyleLbl="bgShp" presStyleIdx="3" presStyleCnt="4"/>
      <dgm:spPr/>
    </dgm:pt>
    <dgm:pt modelId="{0BFD786F-B0EB-46BE-8A03-9F392B86DF2D}" type="pres">
      <dgm:prSet presAssocID="{264171B2-5453-482E-A6DE-0C3F74E124A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496FF6D0-DA25-4C35-BFE3-B0F34528A390}" type="pres">
      <dgm:prSet presAssocID="{264171B2-5453-482E-A6DE-0C3F74E124A8}" presName="spaceRect" presStyleCnt="0"/>
      <dgm:spPr/>
    </dgm:pt>
    <dgm:pt modelId="{70FA129E-0B1D-4145-AFC0-C47CE136F065}" type="pres">
      <dgm:prSet presAssocID="{264171B2-5453-482E-A6DE-0C3F74E124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0C88E0E-5849-4CC9-B731-6A8299D96BF9}" type="presOf" srcId="{8124CF1E-D8F2-4F79-B57D-D5CCBD5BED66}" destId="{6DEC8D8D-CA3F-45B1-8CD9-38530FA319A5}" srcOrd="0" destOrd="0" presId="urn:microsoft.com/office/officeart/2018/2/layout/IconVerticalSolidList"/>
    <dgm:cxn modelId="{2661B111-14FF-4995-89AC-129F3BBEE316}" srcId="{DA8DC29B-C038-4DF3-BBBC-E7DB8837C4FB}" destId="{8124CF1E-D8F2-4F79-B57D-D5CCBD5BED66}" srcOrd="2" destOrd="0" parTransId="{01576B87-3670-48F5-AFF3-280ACC4FB709}" sibTransId="{76F13816-FC38-446D-B8B7-2FC2439B91C8}"/>
    <dgm:cxn modelId="{A530846A-5ACF-4D1A-8965-6ED3EDC1A994}" type="presOf" srcId="{AD7F9432-A575-40FB-8AE3-A8DA1A92B7D7}" destId="{2F94D2A8-5751-44C6-A2E6-B6504159765E}" srcOrd="0" destOrd="0" presId="urn:microsoft.com/office/officeart/2018/2/layout/IconVerticalSolidList"/>
    <dgm:cxn modelId="{A478664D-AD03-4960-AB7E-BC8F3D5CED0B}" srcId="{DA8DC29B-C038-4DF3-BBBC-E7DB8837C4FB}" destId="{9BC64121-0045-49DF-AFC3-DF85854EFA62}" srcOrd="0" destOrd="0" parTransId="{0B335679-1E74-47C2-B32F-D71798D027CC}" sibTransId="{471B0416-2AB6-47A4-9EFC-B69DBF602DE2}"/>
    <dgm:cxn modelId="{96D90692-F848-4F2B-A8BA-5CC98AFAE93D}" srcId="{DA8DC29B-C038-4DF3-BBBC-E7DB8837C4FB}" destId="{264171B2-5453-482E-A6DE-0C3F74E124A8}" srcOrd="3" destOrd="0" parTransId="{7B83573A-37E5-43AE-8964-64116E5FAE78}" sibTransId="{C9A5BC3D-334B-4D4D-80E4-3856545C477A}"/>
    <dgm:cxn modelId="{72BF19C2-6324-471E-8605-5C32995792DE}" type="presOf" srcId="{9BC64121-0045-49DF-AFC3-DF85854EFA62}" destId="{408B745A-CB7D-46EC-90A9-26E1820465F8}" srcOrd="0" destOrd="0" presId="urn:microsoft.com/office/officeart/2018/2/layout/IconVerticalSolidList"/>
    <dgm:cxn modelId="{2A68F7C7-455A-44E2-AC79-CB0BD534EA8F}" srcId="{DA8DC29B-C038-4DF3-BBBC-E7DB8837C4FB}" destId="{AD7F9432-A575-40FB-8AE3-A8DA1A92B7D7}" srcOrd="1" destOrd="0" parTransId="{748095D5-0A4D-4888-AA10-78FEF9BC04C9}" sibTransId="{988A8A2B-F794-4050-8F32-384AE4A36434}"/>
    <dgm:cxn modelId="{D15C34CF-3C09-491E-AFDC-E58A5B5A2352}" type="presOf" srcId="{DA8DC29B-C038-4DF3-BBBC-E7DB8837C4FB}" destId="{C3E7D8B1-CF90-48FB-B300-74A1044D76B3}" srcOrd="0" destOrd="0" presId="urn:microsoft.com/office/officeart/2018/2/layout/IconVerticalSolidList"/>
    <dgm:cxn modelId="{C4B91CD0-6D99-4982-85F9-EAE6016D6C18}" type="presOf" srcId="{264171B2-5453-482E-A6DE-0C3F74E124A8}" destId="{70FA129E-0B1D-4145-AFC0-C47CE136F065}" srcOrd="0" destOrd="0" presId="urn:microsoft.com/office/officeart/2018/2/layout/IconVerticalSolidList"/>
    <dgm:cxn modelId="{02E0CC59-D9EF-49DF-9D68-60E9CC8DAF58}" type="presParOf" srcId="{C3E7D8B1-CF90-48FB-B300-74A1044D76B3}" destId="{F05DDE1E-5FF4-4736-8556-6D99694AD922}" srcOrd="0" destOrd="0" presId="urn:microsoft.com/office/officeart/2018/2/layout/IconVerticalSolidList"/>
    <dgm:cxn modelId="{D2555298-6FF6-478D-9DFE-D772E1124DDE}" type="presParOf" srcId="{F05DDE1E-5FF4-4736-8556-6D99694AD922}" destId="{73AFA487-33F2-40FB-A6A3-1F8D9FE8C36B}" srcOrd="0" destOrd="0" presId="urn:microsoft.com/office/officeart/2018/2/layout/IconVerticalSolidList"/>
    <dgm:cxn modelId="{008283E8-ADD2-4197-A309-8AF44A528012}" type="presParOf" srcId="{F05DDE1E-5FF4-4736-8556-6D99694AD922}" destId="{4F2E31C2-1702-496D-BEFB-D0C891D2AD1C}" srcOrd="1" destOrd="0" presId="urn:microsoft.com/office/officeart/2018/2/layout/IconVerticalSolidList"/>
    <dgm:cxn modelId="{8E38EE3D-7C4E-4AC1-BE49-4AEEC0A18C54}" type="presParOf" srcId="{F05DDE1E-5FF4-4736-8556-6D99694AD922}" destId="{7ECA97C2-1F29-4397-9E8F-B77E847ABC97}" srcOrd="2" destOrd="0" presId="urn:microsoft.com/office/officeart/2018/2/layout/IconVerticalSolidList"/>
    <dgm:cxn modelId="{913E0191-CA08-4DD6-AC57-3170E3A54842}" type="presParOf" srcId="{F05DDE1E-5FF4-4736-8556-6D99694AD922}" destId="{408B745A-CB7D-46EC-90A9-26E1820465F8}" srcOrd="3" destOrd="0" presId="urn:microsoft.com/office/officeart/2018/2/layout/IconVerticalSolidList"/>
    <dgm:cxn modelId="{B9814F8A-C2A9-455C-AAE4-3DBA6707D1C1}" type="presParOf" srcId="{C3E7D8B1-CF90-48FB-B300-74A1044D76B3}" destId="{F4812654-FF25-495A-B6D8-8329632766DF}" srcOrd="1" destOrd="0" presId="urn:microsoft.com/office/officeart/2018/2/layout/IconVerticalSolidList"/>
    <dgm:cxn modelId="{3399359D-6427-4566-81BC-43529EB2C3FA}" type="presParOf" srcId="{C3E7D8B1-CF90-48FB-B300-74A1044D76B3}" destId="{847F4B52-7AC9-48EE-B7E9-8EC0650C7403}" srcOrd="2" destOrd="0" presId="urn:microsoft.com/office/officeart/2018/2/layout/IconVerticalSolidList"/>
    <dgm:cxn modelId="{7C2C76EE-7A85-4851-AB82-F6B37E7CDA82}" type="presParOf" srcId="{847F4B52-7AC9-48EE-B7E9-8EC0650C7403}" destId="{8EDDAF24-882B-4C15-853E-3FC2DAA7005C}" srcOrd="0" destOrd="0" presId="urn:microsoft.com/office/officeart/2018/2/layout/IconVerticalSolidList"/>
    <dgm:cxn modelId="{409B2B2C-B7D6-4F64-B3A5-79F7BC24E0CF}" type="presParOf" srcId="{847F4B52-7AC9-48EE-B7E9-8EC0650C7403}" destId="{AA9A48C7-A4C9-4956-A49A-21BB811F85C8}" srcOrd="1" destOrd="0" presId="urn:microsoft.com/office/officeart/2018/2/layout/IconVerticalSolidList"/>
    <dgm:cxn modelId="{A79315AD-98A3-4453-BB85-452B6AB5D051}" type="presParOf" srcId="{847F4B52-7AC9-48EE-B7E9-8EC0650C7403}" destId="{EB4C6580-5133-4063-9C7F-55182D016E51}" srcOrd="2" destOrd="0" presId="urn:microsoft.com/office/officeart/2018/2/layout/IconVerticalSolidList"/>
    <dgm:cxn modelId="{94BC3386-0C2D-4CE0-BA46-0BEC56A9C63D}" type="presParOf" srcId="{847F4B52-7AC9-48EE-B7E9-8EC0650C7403}" destId="{2F94D2A8-5751-44C6-A2E6-B6504159765E}" srcOrd="3" destOrd="0" presId="urn:microsoft.com/office/officeart/2018/2/layout/IconVerticalSolidList"/>
    <dgm:cxn modelId="{D8568B49-4EEA-4810-B177-5D028DE90DF8}" type="presParOf" srcId="{C3E7D8B1-CF90-48FB-B300-74A1044D76B3}" destId="{1BACD82B-6FA8-4321-B49F-736CFBB9850C}" srcOrd="3" destOrd="0" presId="urn:microsoft.com/office/officeart/2018/2/layout/IconVerticalSolidList"/>
    <dgm:cxn modelId="{E9E19390-68D2-4B24-B9CD-7FA837CCA7B8}" type="presParOf" srcId="{C3E7D8B1-CF90-48FB-B300-74A1044D76B3}" destId="{042E0DDC-02BE-4E16-99BF-C1E1420CBDE9}" srcOrd="4" destOrd="0" presId="urn:microsoft.com/office/officeart/2018/2/layout/IconVerticalSolidList"/>
    <dgm:cxn modelId="{3C019B5D-3B2F-4298-88AD-6BCFDC75B5C7}" type="presParOf" srcId="{042E0DDC-02BE-4E16-99BF-C1E1420CBDE9}" destId="{413065B7-DAFC-4F37-93D2-BBF526301365}" srcOrd="0" destOrd="0" presId="urn:microsoft.com/office/officeart/2018/2/layout/IconVerticalSolidList"/>
    <dgm:cxn modelId="{A7B08484-C9B0-4625-9B30-897A64E83A0A}" type="presParOf" srcId="{042E0DDC-02BE-4E16-99BF-C1E1420CBDE9}" destId="{63AFC3D0-5838-4CD8-AB16-8B97DC143D8C}" srcOrd="1" destOrd="0" presId="urn:microsoft.com/office/officeart/2018/2/layout/IconVerticalSolidList"/>
    <dgm:cxn modelId="{49F6A9BA-54D4-404C-8209-F7B6DB805D4E}" type="presParOf" srcId="{042E0DDC-02BE-4E16-99BF-C1E1420CBDE9}" destId="{52BAC2AD-FE5F-4069-8477-412C383FF5AC}" srcOrd="2" destOrd="0" presId="urn:microsoft.com/office/officeart/2018/2/layout/IconVerticalSolidList"/>
    <dgm:cxn modelId="{CCB1C963-3F3E-40C2-8358-EFF524715654}" type="presParOf" srcId="{042E0DDC-02BE-4E16-99BF-C1E1420CBDE9}" destId="{6DEC8D8D-CA3F-45B1-8CD9-38530FA319A5}" srcOrd="3" destOrd="0" presId="urn:microsoft.com/office/officeart/2018/2/layout/IconVerticalSolidList"/>
    <dgm:cxn modelId="{AAD26BF7-B356-44E8-8480-B6B9C0963D58}" type="presParOf" srcId="{C3E7D8B1-CF90-48FB-B300-74A1044D76B3}" destId="{55C85547-6663-4138-A4B0-6D3AA7831FDB}" srcOrd="5" destOrd="0" presId="urn:microsoft.com/office/officeart/2018/2/layout/IconVerticalSolidList"/>
    <dgm:cxn modelId="{0E0640DC-8250-4C9C-BF15-8BF8C887CA06}" type="presParOf" srcId="{C3E7D8B1-CF90-48FB-B300-74A1044D76B3}" destId="{7ECDCB00-E670-4BB2-98CF-C4BE27E88843}" srcOrd="6" destOrd="0" presId="urn:microsoft.com/office/officeart/2018/2/layout/IconVerticalSolidList"/>
    <dgm:cxn modelId="{6BF4774E-FA59-4676-835A-8AE4C0020E27}" type="presParOf" srcId="{7ECDCB00-E670-4BB2-98CF-C4BE27E88843}" destId="{759FD7F8-9542-44FA-AB0D-09CD7A1B7640}" srcOrd="0" destOrd="0" presId="urn:microsoft.com/office/officeart/2018/2/layout/IconVerticalSolidList"/>
    <dgm:cxn modelId="{67EC5564-BB7A-4303-8C00-27EEC471FE1D}" type="presParOf" srcId="{7ECDCB00-E670-4BB2-98CF-C4BE27E88843}" destId="{0BFD786F-B0EB-46BE-8A03-9F392B86DF2D}" srcOrd="1" destOrd="0" presId="urn:microsoft.com/office/officeart/2018/2/layout/IconVerticalSolidList"/>
    <dgm:cxn modelId="{E980894D-CEC4-4040-8FD7-F734C67323A0}" type="presParOf" srcId="{7ECDCB00-E670-4BB2-98CF-C4BE27E88843}" destId="{496FF6D0-DA25-4C35-BFE3-B0F34528A390}" srcOrd="2" destOrd="0" presId="urn:microsoft.com/office/officeart/2018/2/layout/IconVerticalSolidList"/>
    <dgm:cxn modelId="{76672C5D-F74A-468B-AD20-9A065B5EC8EE}" type="presParOf" srcId="{7ECDCB00-E670-4BB2-98CF-C4BE27E88843}" destId="{70FA129E-0B1D-4145-AFC0-C47CE136F06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2642D7-974F-4450-AAEB-9C2ADA172C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11BE690-5442-4D5C-B818-BFE62172D420}">
      <dgm:prSet/>
      <dgm:spPr/>
      <dgm:t>
        <a:bodyPr/>
        <a:lstStyle/>
        <a:p>
          <a:r>
            <a:rPr lang="en-US"/>
            <a:t>- VLANs, trunking, and port aggregation = efficient, secure networks.</a:t>
          </a:r>
        </a:p>
      </dgm:t>
    </dgm:pt>
    <dgm:pt modelId="{554F784E-F9E3-4E75-8470-8CD53811E481}" type="parTrans" cxnId="{71807B10-84EA-4C88-AD9F-9D145D2CF93C}">
      <dgm:prSet/>
      <dgm:spPr/>
      <dgm:t>
        <a:bodyPr/>
        <a:lstStyle/>
        <a:p>
          <a:endParaRPr lang="en-US"/>
        </a:p>
      </dgm:t>
    </dgm:pt>
    <dgm:pt modelId="{62764B3D-C789-4253-9841-7D5450BEFAE1}" type="sibTrans" cxnId="{71807B10-84EA-4C88-AD9F-9D145D2CF93C}">
      <dgm:prSet/>
      <dgm:spPr/>
      <dgm:t>
        <a:bodyPr/>
        <a:lstStyle/>
        <a:p>
          <a:endParaRPr lang="en-US"/>
        </a:p>
      </dgm:t>
    </dgm:pt>
    <dgm:pt modelId="{E91D3D9A-64D5-43D7-B69B-32E7994FC98E}">
      <dgm:prSet/>
      <dgm:spPr/>
      <dgm:t>
        <a:bodyPr/>
        <a:lstStyle/>
        <a:p>
          <a:r>
            <a:rPr lang="en-US"/>
            <a:t>- Essential for modern enterprise switching.</a:t>
          </a:r>
        </a:p>
      </dgm:t>
    </dgm:pt>
    <dgm:pt modelId="{EA8DC0E8-AADC-4A84-9DD6-9378BEE775FD}" type="parTrans" cxnId="{DF725408-4406-44A8-A287-1C0EF5823408}">
      <dgm:prSet/>
      <dgm:spPr/>
      <dgm:t>
        <a:bodyPr/>
        <a:lstStyle/>
        <a:p>
          <a:endParaRPr lang="en-US"/>
        </a:p>
      </dgm:t>
    </dgm:pt>
    <dgm:pt modelId="{769A7CEE-E6DD-41AD-B5ED-766F5E64D10C}" type="sibTrans" cxnId="{DF725408-4406-44A8-A287-1C0EF5823408}">
      <dgm:prSet/>
      <dgm:spPr/>
      <dgm:t>
        <a:bodyPr/>
        <a:lstStyle/>
        <a:p>
          <a:endParaRPr lang="en-US"/>
        </a:p>
      </dgm:t>
    </dgm:pt>
    <dgm:pt modelId="{B08BECC1-7B65-417C-A2E9-B39D97818709}">
      <dgm:prSet/>
      <dgm:spPr/>
      <dgm:t>
        <a:bodyPr/>
        <a:lstStyle/>
        <a:p>
          <a:r>
            <a:rPr lang="en-US"/>
            <a:t>- Proper planning and testing ensures success.</a:t>
          </a:r>
        </a:p>
      </dgm:t>
    </dgm:pt>
    <dgm:pt modelId="{CDDF7966-7356-4274-BCFD-BB96E6EF8752}" type="parTrans" cxnId="{12F0DD08-E254-403F-BB89-6DC39F2C127F}">
      <dgm:prSet/>
      <dgm:spPr/>
      <dgm:t>
        <a:bodyPr/>
        <a:lstStyle/>
        <a:p>
          <a:endParaRPr lang="en-US"/>
        </a:p>
      </dgm:t>
    </dgm:pt>
    <dgm:pt modelId="{7942825A-51CF-4BD3-BB38-208320209AD0}" type="sibTrans" cxnId="{12F0DD08-E254-403F-BB89-6DC39F2C127F}">
      <dgm:prSet/>
      <dgm:spPr/>
      <dgm:t>
        <a:bodyPr/>
        <a:lstStyle/>
        <a:p>
          <a:endParaRPr lang="en-US"/>
        </a:p>
      </dgm:t>
    </dgm:pt>
    <dgm:pt modelId="{ACE635D4-3CF8-424F-BF7B-7BEF929651D2}" type="pres">
      <dgm:prSet presAssocID="{AF2642D7-974F-4450-AAEB-9C2ADA172C5B}" presName="root" presStyleCnt="0">
        <dgm:presLayoutVars>
          <dgm:dir/>
          <dgm:resizeHandles val="exact"/>
        </dgm:presLayoutVars>
      </dgm:prSet>
      <dgm:spPr/>
    </dgm:pt>
    <dgm:pt modelId="{BF470006-C298-473C-9DA6-BDDB231C86C8}" type="pres">
      <dgm:prSet presAssocID="{411BE690-5442-4D5C-B818-BFE62172D420}" presName="compNode" presStyleCnt="0"/>
      <dgm:spPr/>
    </dgm:pt>
    <dgm:pt modelId="{0756D018-AD3F-42FA-9BFD-0DEC165D10EA}" type="pres">
      <dgm:prSet presAssocID="{411BE690-5442-4D5C-B818-BFE62172D420}" presName="bgRect" presStyleLbl="bgShp" presStyleIdx="0" presStyleCnt="3"/>
      <dgm:spPr/>
    </dgm:pt>
    <dgm:pt modelId="{203E6834-28A7-4A13-AC9E-2E72013544A4}" type="pres">
      <dgm:prSet presAssocID="{411BE690-5442-4D5C-B818-BFE62172D42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CFA6E48-6341-426D-A569-B2CF56A0C1EC}" type="pres">
      <dgm:prSet presAssocID="{411BE690-5442-4D5C-B818-BFE62172D420}" presName="spaceRect" presStyleCnt="0"/>
      <dgm:spPr/>
    </dgm:pt>
    <dgm:pt modelId="{CFA57772-CC83-4683-A4AD-02EE481494DF}" type="pres">
      <dgm:prSet presAssocID="{411BE690-5442-4D5C-B818-BFE62172D420}" presName="parTx" presStyleLbl="revTx" presStyleIdx="0" presStyleCnt="3">
        <dgm:presLayoutVars>
          <dgm:chMax val="0"/>
          <dgm:chPref val="0"/>
        </dgm:presLayoutVars>
      </dgm:prSet>
      <dgm:spPr/>
    </dgm:pt>
    <dgm:pt modelId="{57D7A8F7-928C-46B3-9EE1-616600B763F4}" type="pres">
      <dgm:prSet presAssocID="{62764B3D-C789-4253-9841-7D5450BEFAE1}" presName="sibTrans" presStyleCnt="0"/>
      <dgm:spPr/>
    </dgm:pt>
    <dgm:pt modelId="{3AC9F6D9-5864-4DD4-A3D2-7563C3BC28D6}" type="pres">
      <dgm:prSet presAssocID="{E91D3D9A-64D5-43D7-B69B-32E7994FC98E}" presName="compNode" presStyleCnt="0"/>
      <dgm:spPr/>
    </dgm:pt>
    <dgm:pt modelId="{B470D4D6-479F-45CC-A898-FBD22C70A894}" type="pres">
      <dgm:prSet presAssocID="{E91D3D9A-64D5-43D7-B69B-32E7994FC98E}" presName="bgRect" presStyleLbl="bgShp" presStyleIdx="1" presStyleCnt="3"/>
      <dgm:spPr/>
    </dgm:pt>
    <dgm:pt modelId="{B95C0E55-A3BC-4DBD-9F02-56B2190A30BD}" type="pres">
      <dgm:prSet presAssocID="{E91D3D9A-64D5-43D7-B69B-32E7994FC9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A24C75E6-B649-4EF0-8FA0-211F0F9C1FE2}" type="pres">
      <dgm:prSet presAssocID="{E91D3D9A-64D5-43D7-B69B-32E7994FC98E}" presName="spaceRect" presStyleCnt="0"/>
      <dgm:spPr/>
    </dgm:pt>
    <dgm:pt modelId="{80356DE2-A6D8-47C3-8B64-7CC9707C09B6}" type="pres">
      <dgm:prSet presAssocID="{E91D3D9A-64D5-43D7-B69B-32E7994FC98E}" presName="parTx" presStyleLbl="revTx" presStyleIdx="1" presStyleCnt="3">
        <dgm:presLayoutVars>
          <dgm:chMax val="0"/>
          <dgm:chPref val="0"/>
        </dgm:presLayoutVars>
      </dgm:prSet>
      <dgm:spPr/>
    </dgm:pt>
    <dgm:pt modelId="{F4E731A5-0AA4-44C4-B01A-881015DFBD2F}" type="pres">
      <dgm:prSet presAssocID="{769A7CEE-E6DD-41AD-B5ED-766F5E64D10C}" presName="sibTrans" presStyleCnt="0"/>
      <dgm:spPr/>
    </dgm:pt>
    <dgm:pt modelId="{8F61C2A8-4A81-4997-AB13-F91CA3727C3A}" type="pres">
      <dgm:prSet presAssocID="{B08BECC1-7B65-417C-A2E9-B39D97818709}" presName="compNode" presStyleCnt="0"/>
      <dgm:spPr/>
    </dgm:pt>
    <dgm:pt modelId="{6448E430-D697-421E-BDDA-5B301C1887FC}" type="pres">
      <dgm:prSet presAssocID="{B08BECC1-7B65-417C-A2E9-B39D97818709}" presName="bgRect" presStyleLbl="bgShp" presStyleIdx="2" presStyleCnt="3"/>
      <dgm:spPr/>
    </dgm:pt>
    <dgm:pt modelId="{8EEB8F97-1227-4783-9433-76EB44E5F54F}" type="pres">
      <dgm:prSet presAssocID="{B08BECC1-7B65-417C-A2E9-B39D978187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D8F2D70-FD9A-4383-A790-C5F2DB6233FE}" type="pres">
      <dgm:prSet presAssocID="{B08BECC1-7B65-417C-A2E9-B39D97818709}" presName="spaceRect" presStyleCnt="0"/>
      <dgm:spPr/>
    </dgm:pt>
    <dgm:pt modelId="{54AD5BED-B929-419E-A3DB-9005B3FD51DC}" type="pres">
      <dgm:prSet presAssocID="{B08BECC1-7B65-417C-A2E9-B39D9781870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0436200-CE25-41EA-A5BA-2DC9E9E318B9}" type="presOf" srcId="{B08BECC1-7B65-417C-A2E9-B39D97818709}" destId="{54AD5BED-B929-419E-A3DB-9005B3FD51DC}" srcOrd="0" destOrd="0" presId="urn:microsoft.com/office/officeart/2018/2/layout/IconVerticalSolidList"/>
    <dgm:cxn modelId="{DF725408-4406-44A8-A287-1C0EF5823408}" srcId="{AF2642D7-974F-4450-AAEB-9C2ADA172C5B}" destId="{E91D3D9A-64D5-43D7-B69B-32E7994FC98E}" srcOrd="1" destOrd="0" parTransId="{EA8DC0E8-AADC-4A84-9DD6-9378BEE775FD}" sibTransId="{769A7CEE-E6DD-41AD-B5ED-766F5E64D10C}"/>
    <dgm:cxn modelId="{12F0DD08-E254-403F-BB89-6DC39F2C127F}" srcId="{AF2642D7-974F-4450-AAEB-9C2ADA172C5B}" destId="{B08BECC1-7B65-417C-A2E9-B39D97818709}" srcOrd="2" destOrd="0" parTransId="{CDDF7966-7356-4274-BCFD-BB96E6EF8752}" sibTransId="{7942825A-51CF-4BD3-BB38-208320209AD0}"/>
    <dgm:cxn modelId="{71807B10-84EA-4C88-AD9F-9D145D2CF93C}" srcId="{AF2642D7-974F-4450-AAEB-9C2ADA172C5B}" destId="{411BE690-5442-4D5C-B818-BFE62172D420}" srcOrd="0" destOrd="0" parTransId="{554F784E-F9E3-4E75-8470-8CD53811E481}" sibTransId="{62764B3D-C789-4253-9841-7D5450BEFAE1}"/>
    <dgm:cxn modelId="{75FFAF11-5DE5-460F-9F10-DD1A5687CEDF}" type="presOf" srcId="{AF2642D7-974F-4450-AAEB-9C2ADA172C5B}" destId="{ACE635D4-3CF8-424F-BF7B-7BEF929651D2}" srcOrd="0" destOrd="0" presId="urn:microsoft.com/office/officeart/2018/2/layout/IconVerticalSolidList"/>
    <dgm:cxn modelId="{310FFE3A-59D0-4284-AE21-51D581400465}" type="presOf" srcId="{E91D3D9A-64D5-43D7-B69B-32E7994FC98E}" destId="{80356DE2-A6D8-47C3-8B64-7CC9707C09B6}" srcOrd="0" destOrd="0" presId="urn:microsoft.com/office/officeart/2018/2/layout/IconVerticalSolidList"/>
    <dgm:cxn modelId="{ED216CE1-B72F-49C3-B163-DDAC34B6489B}" type="presOf" srcId="{411BE690-5442-4D5C-B818-BFE62172D420}" destId="{CFA57772-CC83-4683-A4AD-02EE481494DF}" srcOrd="0" destOrd="0" presId="urn:microsoft.com/office/officeart/2018/2/layout/IconVerticalSolidList"/>
    <dgm:cxn modelId="{A979B312-14E1-4AFB-B860-A957E98B1E05}" type="presParOf" srcId="{ACE635D4-3CF8-424F-BF7B-7BEF929651D2}" destId="{BF470006-C298-473C-9DA6-BDDB231C86C8}" srcOrd="0" destOrd="0" presId="urn:microsoft.com/office/officeart/2018/2/layout/IconVerticalSolidList"/>
    <dgm:cxn modelId="{09D1636C-E92B-423D-B85C-68F12952F2DF}" type="presParOf" srcId="{BF470006-C298-473C-9DA6-BDDB231C86C8}" destId="{0756D018-AD3F-42FA-9BFD-0DEC165D10EA}" srcOrd="0" destOrd="0" presId="urn:microsoft.com/office/officeart/2018/2/layout/IconVerticalSolidList"/>
    <dgm:cxn modelId="{581F66EB-A74A-4811-979D-543EBFC4F1B3}" type="presParOf" srcId="{BF470006-C298-473C-9DA6-BDDB231C86C8}" destId="{203E6834-28A7-4A13-AC9E-2E72013544A4}" srcOrd="1" destOrd="0" presId="urn:microsoft.com/office/officeart/2018/2/layout/IconVerticalSolidList"/>
    <dgm:cxn modelId="{2C631020-4F24-4A20-8B57-B04C93616891}" type="presParOf" srcId="{BF470006-C298-473C-9DA6-BDDB231C86C8}" destId="{3CFA6E48-6341-426D-A569-B2CF56A0C1EC}" srcOrd="2" destOrd="0" presId="urn:microsoft.com/office/officeart/2018/2/layout/IconVerticalSolidList"/>
    <dgm:cxn modelId="{0A282276-FF3B-451C-B392-E6B022D0A38A}" type="presParOf" srcId="{BF470006-C298-473C-9DA6-BDDB231C86C8}" destId="{CFA57772-CC83-4683-A4AD-02EE481494DF}" srcOrd="3" destOrd="0" presId="urn:microsoft.com/office/officeart/2018/2/layout/IconVerticalSolidList"/>
    <dgm:cxn modelId="{08EAB2C5-8C2E-4BFC-801D-B3266D2B37DB}" type="presParOf" srcId="{ACE635D4-3CF8-424F-BF7B-7BEF929651D2}" destId="{57D7A8F7-928C-46B3-9EE1-616600B763F4}" srcOrd="1" destOrd="0" presId="urn:microsoft.com/office/officeart/2018/2/layout/IconVerticalSolidList"/>
    <dgm:cxn modelId="{DB22DA0D-020F-4474-97BD-BAD4EBFD6AC7}" type="presParOf" srcId="{ACE635D4-3CF8-424F-BF7B-7BEF929651D2}" destId="{3AC9F6D9-5864-4DD4-A3D2-7563C3BC28D6}" srcOrd="2" destOrd="0" presId="urn:microsoft.com/office/officeart/2018/2/layout/IconVerticalSolidList"/>
    <dgm:cxn modelId="{1F850435-AF57-4C9A-AE4E-73125FEA691B}" type="presParOf" srcId="{3AC9F6D9-5864-4DD4-A3D2-7563C3BC28D6}" destId="{B470D4D6-479F-45CC-A898-FBD22C70A894}" srcOrd="0" destOrd="0" presId="urn:microsoft.com/office/officeart/2018/2/layout/IconVerticalSolidList"/>
    <dgm:cxn modelId="{D169398A-8066-4B03-B466-9412FE439328}" type="presParOf" srcId="{3AC9F6D9-5864-4DD4-A3D2-7563C3BC28D6}" destId="{B95C0E55-A3BC-4DBD-9F02-56B2190A30BD}" srcOrd="1" destOrd="0" presId="urn:microsoft.com/office/officeart/2018/2/layout/IconVerticalSolidList"/>
    <dgm:cxn modelId="{7DBE41CC-B485-4263-AE0C-56385F0D07B6}" type="presParOf" srcId="{3AC9F6D9-5864-4DD4-A3D2-7563C3BC28D6}" destId="{A24C75E6-B649-4EF0-8FA0-211F0F9C1FE2}" srcOrd="2" destOrd="0" presId="urn:microsoft.com/office/officeart/2018/2/layout/IconVerticalSolidList"/>
    <dgm:cxn modelId="{F18E9693-9969-46C7-B43B-83ACFA269E91}" type="presParOf" srcId="{3AC9F6D9-5864-4DD4-A3D2-7563C3BC28D6}" destId="{80356DE2-A6D8-47C3-8B64-7CC9707C09B6}" srcOrd="3" destOrd="0" presId="urn:microsoft.com/office/officeart/2018/2/layout/IconVerticalSolidList"/>
    <dgm:cxn modelId="{C8C55CB8-17F0-4C77-AC07-38EEF29D1214}" type="presParOf" srcId="{ACE635D4-3CF8-424F-BF7B-7BEF929651D2}" destId="{F4E731A5-0AA4-44C4-B01A-881015DFBD2F}" srcOrd="3" destOrd="0" presId="urn:microsoft.com/office/officeart/2018/2/layout/IconVerticalSolidList"/>
    <dgm:cxn modelId="{716ACD9B-55AC-4A84-AEAC-5B9EADCC0306}" type="presParOf" srcId="{ACE635D4-3CF8-424F-BF7B-7BEF929651D2}" destId="{8F61C2A8-4A81-4997-AB13-F91CA3727C3A}" srcOrd="4" destOrd="0" presId="urn:microsoft.com/office/officeart/2018/2/layout/IconVerticalSolidList"/>
    <dgm:cxn modelId="{1A2C947A-CD9E-4384-9984-14EFDC5F9F81}" type="presParOf" srcId="{8F61C2A8-4A81-4997-AB13-F91CA3727C3A}" destId="{6448E430-D697-421E-BDDA-5B301C1887FC}" srcOrd="0" destOrd="0" presId="urn:microsoft.com/office/officeart/2018/2/layout/IconVerticalSolidList"/>
    <dgm:cxn modelId="{BAEE66C6-729F-4D45-A13E-5552B89BB922}" type="presParOf" srcId="{8F61C2A8-4A81-4997-AB13-F91CA3727C3A}" destId="{8EEB8F97-1227-4783-9433-76EB44E5F54F}" srcOrd="1" destOrd="0" presId="urn:microsoft.com/office/officeart/2018/2/layout/IconVerticalSolidList"/>
    <dgm:cxn modelId="{8FAA5328-354D-48CA-A56C-BF15B9D1F474}" type="presParOf" srcId="{8F61C2A8-4A81-4997-AB13-F91CA3727C3A}" destId="{DD8F2D70-FD9A-4383-A790-C5F2DB6233FE}" srcOrd="2" destOrd="0" presId="urn:microsoft.com/office/officeart/2018/2/layout/IconVerticalSolidList"/>
    <dgm:cxn modelId="{3975A298-5736-49C7-A038-D4B346764F02}" type="presParOf" srcId="{8F61C2A8-4A81-4997-AB13-F91CA3727C3A}" destId="{54AD5BED-B929-419E-A3DB-9005B3FD51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79BC2-5005-456F-B525-0541FC4048CB}">
      <dsp:nvSpPr>
        <dsp:cNvPr id="0" name=""/>
        <dsp:cNvSpPr/>
      </dsp:nvSpPr>
      <dsp:spPr>
        <a:xfrm>
          <a:off x="702168" y="799229"/>
          <a:ext cx="968329" cy="9683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D4043-4D29-4EE3-B8C3-4BB04547C26C}">
      <dsp:nvSpPr>
        <dsp:cNvPr id="0" name=""/>
        <dsp:cNvSpPr/>
      </dsp:nvSpPr>
      <dsp:spPr>
        <a:xfrm>
          <a:off x="110411" y="2065620"/>
          <a:ext cx="21518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A switch connects devices in a LAN using MAC addresses.</a:t>
          </a:r>
        </a:p>
      </dsp:txBody>
      <dsp:txXfrm>
        <a:off x="110411" y="2065620"/>
        <a:ext cx="2151843" cy="720000"/>
      </dsp:txXfrm>
    </dsp:sp>
    <dsp:sp modelId="{029F7B0A-A9FD-42FD-99E6-B0FEE824551D}">
      <dsp:nvSpPr>
        <dsp:cNvPr id="0" name=""/>
        <dsp:cNvSpPr/>
      </dsp:nvSpPr>
      <dsp:spPr>
        <a:xfrm>
          <a:off x="3230584" y="799229"/>
          <a:ext cx="968329" cy="9683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40D15-788C-4E5F-B6FC-121F83B7A898}">
      <dsp:nvSpPr>
        <dsp:cNvPr id="0" name=""/>
        <dsp:cNvSpPr/>
      </dsp:nvSpPr>
      <dsp:spPr>
        <a:xfrm>
          <a:off x="2638827" y="2065620"/>
          <a:ext cx="21518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Unlike hubs, switches are intelligent and reduce collisions.</a:t>
          </a:r>
        </a:p>
      </dsp:txBody>
      <dsp:txXfrm>
        <a:off x="2638827" y="2065620"/>
        <a:ext cx="2151843" cy="720000"/>
      </dsp:txXfrm>
    </dsp:sp>
    <dsp:sp modelId="{47F7FB68-705E-4DB3-A51D-BF3DF9FC521F}">
      <dsp:nvSpPr>
        <dsp:cNvPr id="0" name=""/>
        <dsp:cNvSpPr/>
      </dsp:nvSpPr>
      <dsp:spPr>
        <a:xfrm>
          <a:off x="5759001" y="799229"/>
          <a:ext cx="968329" cy="9683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52C62-3F4D-41ED-93B3-A0DF2F39C17D}">
      <dsp:nvSpPr>
        <dsp:cNvPr id="0" name=""/>
        <dsp:cNvSpPr/>
      </dsp:nvSpPr>
      <dsp:spPr>
        <a:xfrm>
          <a:off x="5167243" y="2065620"/>
          <a:ext cx="21518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Enhanced with VLANs, trunking, and port aggregation for performance.</a:t>
          </a:r>
        </a:p>
      </dsp:txBody>
      <dsp:txXfrm>
        <a:off x="5167243" y="2065620"/>
        <a:ext cx="215184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AFA487-33F2-40FB-A6A3-1F8D9FE8C36B}">
      <dsp:nvSpPr>
        <dsp:cNvPr id="0" name=""/>
        <dsp:cNvSpPr/>
      </dsp:nvSpPr>
      <dsp:spPr>
        <a:xfrm>
          <a:off x="0" y="1487"/>
          <a:ext cx="7429499" cy="75407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2E31C2-1702-496D-BEFB-D0C891D2AD1C}">
      <dsp:nvSpPr>
        <dsp:cNvPr id="0" name=""/>
        <dsp:cNvSpPr/>
      </dsp:nvSpPr>
      <dsp:spPr>
        <a:xfrm>
          <a:off x="228108" y="171155"/>
          <a:ext cx="414743" cy="414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B745A-CB7D-46EC-90A9-26E1820465F8}">
      <dsp:nvSpPr>
        <dsp:cNvPr id="0" name=""/>
        <dsp:cNvSpPr/>
      </dsp:nvSpPr>
      <dsp:spPr>
        <a:xfrm>
          <a:off x="870961" y="1487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VLANs: Segmentation, security, performance.</a:t>
          </a:r>
        </a:p>
      </dsp:txBody>
      <dsp:txXfrm>
        <a:off x="870961" y="1487"/>
        <a:ext cx="6558537" cy="754078"/>
      </dsp:txXfrm>
    </dsp:sp>
    <dsp:sp modelId="{8EDDAF24-882B-4C15-853E-3FC2DAA7005C}">
      <dsp:nvSpPr>
        <dsp:cNvPr id="0" name=""/>
        <dsp:cNvSpPr/>
      </dsp:nvSpPr>
      <dsp:spPr>
        <a:xfrm>
          <a:off x="0" y="944086"/>
          <a:ext cx="7429499" cy="75407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9A48C7-A4C9-4956-A49A-21BB811F85C8}">
      <dsp:nvSpPr>
        <dsp:cNvPr id="0" name=""/>
        <dsp:cNvSpPr/>
      </dsp:nvSpPr>
      <dsp:spPr>
        <a:xfrm>
          <a:off x="228108" y="1113754"/>
          <a:ext cx="414743" cy="414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4D2A8-5751-44C6-A2E6-B6504159765E}">
      <dsp:nvSpPr>
        <dsp:cNvPr id="0" name=""/>
        <dsp:cNvSpPr/>
      </dsp:nvSpPr>
      <dsp:spPr>
        <a:xfrm>
          <a:off x="870961" y="944086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Trunking: VLAN propagation across switches.</a:t>
          </a:r>
        </a:p>
      </dsp:txBody>
      <dsp:txXfrm>
        <a:off x="870961" y="944086"/>
        <a:ext cx="6558537" cy="754078"/>
      </dsp:txXfrm>
    </dsp:sp>
    <dsp:sp modelId="{413065B7-DAFC-4F37-93D2-BBF526301365}">
      <dsp:nvSpPr>
        <dsp:cNvPr id="0" name=""/>
        <dsp:cNvSpPr/>
      </dsp:nvSpPr>
      <dsp:spPr>
        <a:xfrm>
          <a:off x="0" y="1886684"/>
          <a:ext cx="7429499" cy="75407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FC3D0-5838-4CD8-AB16-8B97DC143D8C}">
      <dsp:nvSpPr>
        <dsp:cNvPr id="0" name=""/>
        <dsp:cNvSpPr/>
      </dsp:nvSpPr>
      <dsp:spPr>
        <a:xfrm>
          <a:off x="228108" y="2056352"/>
          <a:ext cx="414743" cy="414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C8D8D-CA3F-45B1-8CD9-38530FA319A5}">
      <dsp:nvSpPr>
        <dsp:cNvPr id="0" name=""/>
        <dsp:cNvSpPr/>
      </dsp:nvSpPr>
      <dsp:spPr>
        <a:xfrm>
          <a:off x="870961" y="1886684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Port Aggregation: High bandwidth + redundancy.</a:t>
          </a:r>
        </a:p>
      </dsp:txBody>
      <dsp:txXfrm>
        <a:off x="870961" y="1886684"/>
        <a:ext cx="6558537" cy="754078"/>
      </dsp:txXfrm>
    </dsp:sp>
    <dsp:sp modelId="{759FD7F8-9542-44FA-AB0D-09CD7A1B7640}">
      <dsp:nvSpPr>
        <dsp:cNvPr id="0" name=""/>
        <dsp:cNvSpPr/>
      </dsp:nvSpPr>
      <dsp:spPr>
        <a:xfrm>
          <a:off x="0" y="2829283"/>
          <a:ext cx="7429499" cy="75407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FD786F-B0EB-46BE-8A03-9F392B86DF2D}">
      <dsp:nvSpPr>
        <dsp:cNvPr id="0" name=""/>
        <dsp:cNvSpPr/>
      </dsp:nvSpPr>
      <dsp:spPr>
        <a:xfrm>
          <a:off x="228108" y="2998951"/>
          <a:ext cx="414743" cy="4147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A129E-0B1D-4145-AFC0-C47CE136F065}">
      <dsp:nvSpPr>
        <dsp:cNvPr id="0" name=""/>
        <dsp:cNvSpPr/>
      </dsp:nvSpPr>
      <dsp:spPr>
        <a:xfrm>
          <a:off x="870961" y="2829283"/>
          <a:ext cx="6558537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[Insert icons: shield, speedometer, arrows]</a:t>
          </a:r>
        </a:p>
      </dsp:txBody>
      <dsp:txXfrm>
        <a:off x="870961" y="2829283"/>
        <a:ext cx="6558537" cy="7540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6D018-AD3F-42FA-9BFD-0DEC165D10EA}">
      <dsp:nvSpPr>
        <dsp:cNvPr id="0" name=""/>
        <dsp:cNvSpPr/>
      </dsp:nvSpPr>
      <dsp:spPr>
        <a:xfrm>
          <a:off x="0" y="437"/>
          <a:ext cx="7429499" cy="1023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E6834-28A7-4A13-AC9E-2E72013544A4}">
      <dsp:nvSpPr>
        <dsp:cNvPr id="0" name=""/>
        <dsp:cNvSpPr/>
      </dsp:nvSpPr>
      <dsp:spPr>
        <a:xfrm>
          <a:off x="309757" y="230835"/>
          <a:ext cx="563196" cy="5631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57772-CC83-4683-A4AD-02EE481494DF}">
      <dsp:nvSpPr>
        <dsp:cNvPr id="0" name=""/>
        <dsp:cNvSpPr/>
      </dsp:nvSpPr>
      <dsp:spPr>
        <a:xfrm>
          <a:off x="1182711" y="437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VLANs, trunking, and port aggregation = efficient, secure networks.</a:t>
          </a:r>
        </a:p>
      </dsp:txBody>
      <dsp:txXfrm>
        <a:off x="1182711" y="437"/>
        <a:ext cx="6246787" cy="1023992"/>
      </dsp:txXfrm>
    </dsp:sp>
    <dsp:sp modelId="{B470D4D6-479F-45CC-A898-FBD22C70A894}">
      <dsp:nvSpPr>
        <dsp:cNvPr id="0" name=""/>
        <dsp:cNvSpPr/>
      </dsp:nvSpPr>
      <dsp:spPr>
        <a:xfrm>
          <a:off x="0" y="1280428"/>
          <a:ext cx="7429499" cy="1023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C0E55-A3BC-4DBD-9F02-56B2190A30BD}">
      <dsp:nvSpPr>
        <dsp:cNvPr id="0" name=""/>
        <dsp:cNvSpPr/>
      </dsp:nvSpPr>
      <dsp:spPr>
        <a:xfrm>
          <a:off x="309757" y="1510826"/>
          <a:ext cx="563196" cy="5631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56DE2-A6D8-47C3-8B64-7CC9707C09B6}">
      <dsp:nvSpPr>
        <dsp:cNvPr id="0" name=""/>
        <dsp:cNvSpPr/>
      </dsp:nvSpPr>
      <dsp:spPr>
        <a:xfrm>
          <a:off x="1182711" y="1280428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Essential for modern enterprise switching.</a:t>
          </a:r>
        </a:p>
      </dsp:txBody>
      <dsp:txXfrm>
        <a:off x="1182711" y="1280428"/>
        <a:ext cx="6246787" cy="1023992"/>
      </dsp:txXfrm>
    </dsp:sp>
    <dsp:sp modelId="{6448E430-D697-421E-BDDA-5B301C1887FC}">
      <dsp:nvSpPr>
        <dsp:cNvPr id="0" name=""/>
        <dsp:cNvSpPr/>
      </dsp:nvSpPr>
      <dsp:spPr>
        <a:xfrm>
          <a:off x="0" y="2560419"/>
          <a:ext cx="7429499" cy="10239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B8F97-1227-4783-9433-76EB44E5F54F}">
      <dsp:nvSpPr>
        <dsp:cNvPr id="0" name=""/>
        <dsp:cNvSpPr/>
      </dsp:nvSpPr>
      <dsp:spPr>
        <a:xfrm>
          <a:off x="309757" y="2790817"/>
          <a:ext cx="563196" cy="5631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D5BED-B929-419E-A3DB-9005B3FD51DC}">
      <dsp:nvSpPr>
        <dsp:cNvPr id="0" name=""/>
        <dsp:cNvSpPr/>
      </dsp:nvSpPr>
      <dsp:spPr>
        <a:xfrm>
          <a:off x="1182711" y="2560419"/>
          <a:ext cx="6246787" cy="1023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373" tIns="108373" rIns="108373" bIns="1083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Proper planning and testing ensures success.</a:t>
          </a:r>
        </a:p>
      </dsp:txBody>
      <dsp:txXfrm>
        <a:off x="1182711" y="2560419"/>
        <a:ext cx="6246787" cy="10239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F1768-6BE2-4B2B-A664-37F1DAC5717B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48C79-0536-4E74-BA1C-9D562872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6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48C79-0536-4E74-BA1C-9D56287270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0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Explanation of the VLAN Network Design</a:t>
            </a:r>
          </a:p>
          <a:p>
            <a:r>
              <a:rPr lang="en-US" b="1" dirty="0"/>
              <a:t>IT Router (Left side)</a:t>
            </a:r>
            <a:endParaRPr lang="en-US" dirty="0"/>
          </a:p>
          <a:p>
            <a:pPr lvl="1"/>
            <a:r>
              <a:rPr lang="en-US" dirty="0"/>
              <a:t>The router is configured with a </a:t>
            </a:r>
            <a:r>
              <a:rPr lang="en-US" b="1" dirty="0"/>
              <a:t>trunk port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trunk carries multiple VLANs: </a:t>
            </a:r>
            <a:r>
              <a:rPr lang="en-US" b="1" dirty="0"/>
              <a:t>100, 200, 300, and 10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That means it can handle traffic from different VLANs and forward them correctly.</a:t>
            </a:r>
          </a:p>
          <a:p>
            <a:r>
              <a:rPr lang="en-US" b="1" dirty="0"/>
              <a:t>Main Switch (Next to router)</a:t>
            </a:r>
            <a:endParaRPr lang="en-US" dirty="0"/>
          </a:p>
          <a:p>
            <a:pPr lvl="1"/>
            <a:r>
              <a:rPr lang="en-US" dirty="0"/>
              <a:t>Connected to the router via a trunk link.</a:t>
            </a:r>
          </a:p>
          <a:p>
            <a:pPr lvl="1"/>
            <a:r>
              <a:rPr lang="en-US" dirty="0"/>
              <a:t>Hosts different servers, each assigned to a </a:t>
            </a:r>
            <a:r>
              <a:rPr lang="en-US" b="1" dirty="0"/>
              <a:t>specific VLAN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BAS Server</a:t>
            </a:r>
            <a:r>
              <a:rPr lang="en-US" dirty="0"/>
              <a:t> → VLAN 100 (Building Automation System)</a:t>
            </a:r>
          </a:p>
          <a:p>
            <a:pPr lvl="2"/>
            <a:r>
              <a:rPr lang="en-US" b="1" dirty="0"/>
              <a:t>Lighting Control Server</a:t>
            </a:r>
            <a:r>
              <a:rPr lang="en-US" dirty="0"/>
              <a:t> → VLAN 200</a:t>
            </a:r>
          </a:p>
          <a:p>
            <a:pPr lvl="2"/>
            <a:r>
              <a:rPr lang="en-US" b="1" dirty="0"/>
              <a:t>Video Server</a:t>
            </a:r>
            <a:r>
              <a:rPr lang="en-US" dirty="0"/>
              <a:t> → VLAN 300</a:t>
            </a:r>
          </a:p>
          <a:p>
            <a:r>
              <a:rPr lang="en-US" b="1" dirty="0"/>
              <a:t>Two Distribution/Access Switches (Right side)</a:t>
            </a:r>
            <a:endParaRPr lang="en-US" dirty="0"/>
          </a:p>
          <a:p>
            <a:pPr lvl="1"/>
            <a:r>
              <a:rPr lang="en-US" dirty="0"/>
              <a:t>These switches are connected together and also connected to the main switch using </a:t>
            </a:r>
            <a:r>
              <a:rPr lang="en-US" b="1" dirty="0"/>
              <a:t>trunk links</a:t>
            </a:r>
            <a:r>
              <a:rPr lang="en-US" dirty="0"/>
              <a:t> (yellow cables).</a:t>
            </a:r>
          </a:p>
          <a:p>
            <a:pPr lvl="1"/>
            <a:r>
              <a:rPr lang="en-US" dirty="0"/>
              <a:t>Each switch provides access to different devices, and each device is assigned to its VLAN.</a:t>
            </a:r>
          </a:p>
          <a:p>
            <a:r>
              <a:rPr lang="en-US" b="1" dirty="0"/>
              <a:t>Devices Connected to Switches</a:t>
            </a:r>
            <a:endParaRPr lang="en-US" dirty="0"/>
          </a:p>
          <a:p>
            <a:pPr lvl="1"/>
            <a:r>
              <a:rPr lang="en-US" b="1" dirty="0"/>
              <a:t>BAS Devices (1–4)</a:t>
            </a:r>
            <a:r>
              <a:rPr lang="en-US" dirty="0"/>
              <a:t> → VLAN 100</a:t>
            </a:r>
          </a:p>
          <a:p>
            <a:pPr lvl="1"/>
            <a:r>
              <a:rPr lang="en-US" b="1" dirty="0"/>
              <a:t>Lighting Control Devices (1–2)</a:t>
            </a:r>
            <a:r>
              <a:rPr lang="en-US" dirty="0"/>
              <a:t> → VLAN 200</a:t>
            </a:r>
          </a:p>
          <a:p>
            <a:pPr lvl="1"/>
            <a:r>
              <a:rPr lang="en-US" b="1" dirty="0"/>
              <a:t>Cameras (1–2)</a:t>
            </a:r>
            <a:r>
              <a:rPr lang="en-US" dirty="0"/>
              <a:t> → VLAN 300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How It Works</a:t>
            </a:r>
          </a:p>
          <a:p>
            <a:r>
              <a:rPr lang="en-US" dirty="0"/>
              <a:t>VLANs </a:t>
            </a:r>
            <a:r>
              <a:rPr lang="en-US" b="1" dirty="0"/>
              <a:t>separate the network logically</a:t>
            </a:r>
            <a:r>
              <a:rPr lang="en-US" dirty="0"/>
              <a:t>, so even if devices share the same physical switches, their traffic is isolated.</a:t>
            </a:r>
          </a:p>
          <a:p>
            <a:r>
              <a:rPr lang="en-US" dirty="0"/>
              <a:t>The </a:t>
            </a:r>
            <a:r>
              <a:rPr lang="en-US" b="1" dirty="0"/>
              <a:t>trunk links</a:t>
            </a:r>
            <a:r>
              <a:rPr lang="en-US" dirty="0"/>
              <a:t> allow VLAN traffic to travel between switches and the router, ensuring that devices in the same VLAN can still communicate across the network.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A camera in VLAN 300 can reach the video server (also VLAN 300), even though they are on different switches.</a:t>
            </a:r>
          </a:p>
          <a:p>
            <a:pPr lvl="1"/>
            <a:r>
              <a:rPr lang="en-US" dirty="0"/>
              <a:t>BAS devices in VLAN 100 can communicate with the BAS server.</a:t>
            </a:r>
          </a:p>
          <a:p>
            <a:pPr lvl="1"/>
            <a:r>
              <a:rPr lang="en-US" dirty="0"/>
              <a:t>VLAN 200 devices can control lighting but stay isolated from VLAN 100 and VLAN 300 devices.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👉 In short:</a:t>
            </a:r>
            <a:br>
              <a:rPr lang="en-US" dirty="0"/>
            </a:br>
            <a:r>
              <a:rPr lang="en-US" dirty="0"/>
              <a:t>This design uses </a:t>
            </a:r>
            <a:r>
              <a:rPr lang="en-US" b="1" dirty="0"/>
              <a:t>VLANs for network segmentation</a:t>
            </a:r>
            <a:r>
              <a:rPr lang="en-US" dirty="0"/>
              <a:t>, </a:t>
            </a:r>
            <a:r>
              <a:rPr lang="en-US" b="1" dirty="0"/>
              <a:t>trunk links to carry multiple VLANs</a:t>
            </a:r>
            <a:r>
              <a:rPr lang="en-US" dirty="0"/>
              <a:t>, and ensures that </a:t>
            </a:r>
            <a:r>
              <a:rPr lang="en-US" b="1" dirty="0"/>
              <a:t>servers and devices are only reachable within their designated VLANs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48C79-0536-4E74-BA1C-9D56287270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44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48C79-0536-4E74-BA1C-9D56287270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9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0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0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09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4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4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1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4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0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9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69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0334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40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13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6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31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0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11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351B104-9B78-4A2B-B970-FA8ABE1CE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3A130E84-D02F-40FB-9BEB-5202392713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5E142BFD-7D75-4518-BBDF-27C00AB4B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61334" y="1122363"/>
            <a:ext cx="3039665" cy="2387600"/>
          </a:xfrm>
        </p:spPr>
        <p:txBody>
          <a:bodyPr>
            <a:normAutofit/>
          </a:bodyPr>
          <a:lstStyle/>
          <a:p>
            <a:r>
              <a:rPr lang="en-US" sz="2300" dirty="0"/>
              <a:t>Design, Configure, and Deploy Switches Utilizing VLANs, </a:t>
            </a:r>
            <a:r>
              <a:rPr lang="en-US" sz="2300" dirty="0" err="1"/>
              <a:t>Trunking</a:t>
            </a:r>
            <a:r>
              <a:rPr lang="en-US" sz="2300" dirty="0"/>
              <a:t>, and Port Aggregation</a:t>
            </a:r>
          </a:p>
        </p:txBody>
      </p:sp>
      <p:pic>
        <p:nvPicPr>
          <p:cNvPr id="4" name="Picture 3" descr="Cubes connected with a red line">
            <a:extLst>
              <a:ext uri="{FF2B5EF4-FFF2-40B4-BE49-F238E27FC236}">
                <a16:creationId xmlns:a16="http://schemas.microsoft.com/office/drawing/2014/main" id="{996453C9-257B-AE4D-8A4F-3699A1CAFD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025" r="18594" b="-1"/>
          <a:stretch>
            <a:fillRect/>
          </a:stretch>
        </p:blipFill>
        <p:spPr>
          <a:xfrm>
            <a:off x="-4197" y="10"/>
            <a:ext cx="4576197" cy="68579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4116A08-770E-4DC3-AAB6-E3E8E6CEC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6ADECFB2-F615-49A9-A242-A3D04CADB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E1F3AC6-5FF1-401B-91E4-180D1D356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72BC7A9D-387B-4877-B8E6-E8ABA6B26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9114560A-27D6-469D-992E-33A55B40B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CBF136EF-7DC2-47D2-974C-70044B5E9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B03084D-F566-41C4-BE37-870FB5A0D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049DC21B-8236-4901-9ADD-E3167ABDE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304F4FEB-8B5B-45BA-988C-5FBF41059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E88E24C8-3D76-4C2F-84D1-BC3C2AACA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91C91468-4F8A-42F1-9505-02D924178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C22581B1-C426-4189-85D6-C499D698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29DFD4C4-0517-4A6B-B423-E55582618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7ACD84D3-D09D-4C94-99D5-51713A1D6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37C2AEAB-1CC9-4A9A-8303-E1E0C1216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20ABD348-58FE-4371-AE12-C66FF8CA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408E0FAA-F0C5-4CB1-95FE-D3D96830F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F83C789F-2881-4822-A724-567720953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6B039120-5C84-4A03-9ADD-32EA6E5D44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440E956F-26EB-40C6-B500-1A4BB4ABF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D2449A75-05DC-4791-90F1-335CC6732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2A0F57CD-8F34-4F1D-BFF3-129352250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DB0DDCCE-FA18-4790-8F10-67FC66172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750A8178-D049-42D4-BA77-A262FE55F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B33B9383-8846-404B-85BE-E43F07737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79468103-A660-495B-BFDF-8E7D98A0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06F4CC44-94E1-47AF-893C-19C4A4AB4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E87F601E-2166-4FAE-AF96-2A1B17E46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DCDE2745-7AA5-416B-AC78-93C6EAE5D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7D5F7E44-496F-4025-AFD8-7EEC67AC1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FA8ED221-FD77-4CD0-A9B9-3F97E40DC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94922F75-95BC-435D-B4BB-BCE65BAC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CFB94884-EF28-419D-9147-20B2C9B1A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94C72871-F5AC-46D1-97EF-94E4070A7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03ED1B15-6247-43B3-BEAE-DB699DE29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FA3EA466-B483-4B4A-9FCB-9FFA8E538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CCE5E17C-696E-46EB-B70D-586274216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1">
              <a:extLst>
                <a:ext uri="{FF2B5EF4-FFF2-40B4-BE49-F238E27FC236}">
                  <a16:creationId xmlns:a16="http://schemas.microsoft.com/office/drawing/2014/main" id="{AB6022EC-6D09-4098-9A97-5A911C08C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2">
              <a:extLst>
                <a:ext uri="{FF2B5EF4-FFF2-40B4-BE49-F238E27FC236}">
                  <a16:creationId xmlns:a16="http://schemas.microsoft.com/office/drawing/2014/main" id="{7E18073E-1315-4400-ABD9-C34AEAFBF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3">
              <a:extLst>
                <a:ext uri="{FF2B5EF4-FFF2-40B4-BE49-F238E27FC236}">
                  <a16:creationId xmlns:a16="http://schemas.microsoft.com/office/drawing/2014/main" id="{5510509E-411D-4F1B-BDC6-3E5666896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4">
              <a:extLst>
                <a:ext uri="{FF2B5EF4-FFF2-40B4-BE49-F238E27FC236}">
                  <a16:creationId xmlns:a16="http://schemas.microsoft.com/office/drawing/2014/main" id="{46F1A7E1-EC01-4288-87AE-C3B6434B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45">
              <a:extLst>
                <a:ext uri="{FF2B5EF4-FFF2-40B4-BE49-F238E27FC236}">
                  <a16:creationId xmlns:a16="http://schemas.microsoft.com/office/drawing/2014/main" id="{F7BBA432-5463-415B-BA54-3AA2B92D2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6">
              <a:extLst>
                <a:ext uri="{FF2B5EF4-FFF2-40B4-BE49-F238E27FC236}">
                  <a16:creationId xmlns:a16="http://schemas.microsoft.com/office/drawing/2014/main" id="{66E19F01-137B-4A95-9313-CE6F77806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7">
              <a:extLst>
                <a:ext uri="{FF2B5EF4-FFF2-40B4-BE49-F238E27FC236}">
                  <a16:creationId xmlns:a16="http://schemas.microsoft.com/office/drawing/2014/main" id="{38C0AACC-51F2-424F-9988-F3B621941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8">
              <a:extLst>
                <a:ext uri="{FF2B5EF4-FFF2-40B4-BE49-F238E27FC236}">
                  <a16:creationId xmlns:a16="http://schemas.microsoft.com/office/drawing/2014/main" id="{7364A775-01A6-4012-88CF-58FDDBE4C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9">
              <a:extLst>
                <a:ext uri="{FF2B5EF4-FFF2-40B4-BE49-F238E27FC236}">
                  <a16:creationId xmlns:a16="http://schemas.microsoft.com/office/drawing/2014/main" id="{C8C770C5-535A-4F1B-81CA-FD6F32C09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0">
              <a:extLst>
                <a:ext uri="{FF2B5EF4-FFF2-40B4-BE49-F238E27FC236}">
                  <a16:creationId xmlns:a16="http://schemas.microsoft.com/office/drawing/2014/main" id="{55F9C3EF-BEB8-4836-8DE0-319E54496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1">
              <a:extLst>
                <a:ext uri="{FF2B5EF4-FFF2-40B4-BE49-F238E27FC236}">
                  <a16:creationId xmlns:a16="http://schemas.microsoft.com/office/drawing/2014/main" id="{0976D9A1-85FC-406B-8AEA-AE3C056A4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2">
              <a:extLst>
                <a:ext uri="{FF2B5EF4-FFF2-40B4-BE49-F238E27FC236}">
                  <a16:creationId xmlns:a16="http://schemas.microsoft.com/office/drawing/2014/main" id="{68BC6126-2A3A-4F1D-A565-BEF620660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3">
              <a:extLst>
                <a:ext uri="{FF2B5EF4-FFF2-40B4-BE49-F238E27FC236}">
                  <a16:creationId xmlns:a16="http://schemas.microsoft.com/office/drawing/2014/main" id="{D8C7B98D-F83E-485D-B01D-270242E8F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4">
              <a:extLst>
                <a:ext uri="{FF2B5EF4-FFF2-40B4-BE49-F238E27FC236}">
                  <a16:creationId xmlns:a16="http://schemas.microsoft.com/office/drawing/2014/main" id="{93D5E722-D236-478A-A13F-8FA4141D9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5">
              <a:extLst>
                <a:ext uri="{FF2B5EF4-FFF2-40B4-BE49-F238E27FC236}">
                  <a16:creationId xmlns:a16="http://schemas.microsoft.com/office/drawing/2014/main" id="{ABE1456F-F283-4BD5-A1B9-EF2423B68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6">
              <a:extLst>
                <a:ext uri="{FF2B5EF4-FFF2-40B4-BE49-F238E27FC236}">
                  <a16:creationId xmlns:a16="http://schemas.microsoft.com/office/drawing/2014/main" id="{E4D1AC66-8164-4BBC-89D5-69FE7A4FC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7">
              <a:extLst>
                <a:ext uri="{FF2B5EF4-FFF2-40B4-BE49-F238E27FC236}">
                  <a16:creationId xmlns:a16="http://schemas.microsoft.com/office/drawing/2014/main" id="{845A8868-488C-447D-979F-7E01B82AC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8">
              <a:extLst>
                <a:ext uri="{FF2B5EF4-FFF2-40B4-BE49-F238E27FC236}">
                  <a16:creationId xmlns:a16="http://schemas.microsoft.com/office/drawing/2014/main" id="{948639B9-9B88-432B-914E-6B70BAEB1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7EB1C59-16D1-4C5E-9775-50CB40E02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69" name="Freeform 32">
              <a:extLst>
                <a:ext uri="{FF2B5EF4-FFF2-40B4-BE49-F238E27FC236}">
                  <a16:creationId xmlns:a16="http://schemas.microsoft.com/office/drawing/2014/main" id="{08680D14-7FE7-4522-B5EE-76447F833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3">
              <a:extLst>
                <a:ext uri="{FF2B5EF4-FFF2-40B4-BE49-F238E27FC236}">
                  <a16:creationId xmlns:a16="http://schemas.microsoft.com/office/drawing/2014/main" id="{D82C01B5-EC9C-4883-B130-115321E8B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4">
              <a:extLst>
                <a:ext uri="{FF2B5EF4-FFF2-40B4-BE49-F238E27FC236}">
                  <a16:creationId xmlns:a16="http://schemas.microsoft.com/office/drawing/2014/main" id="{DBBE5E83-362F-4EA7-A96D-0BC830A2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5">
              <a:extLst>
                <a:ext uri="{FF2B5EF4-FFF2-40B4-BE49-F238E27FC236}">
                  <a16:creationId xmlns:a16="http://schemas.microsoft.com/office/drawing/2014/main" id="{3971FE03-8B37-43AF-8842-8D4411C3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6">
              <a:extLst>
                <a:ext uri="{FF2B5EF4-FFF2-40B4-BE49-F238E27FC236}">
                  <a16:creationId xmlns:a16="http://schemas.microsoft.com/office/drawing/2014/main" id="{8E4E3D41-4CF7-4D15-854A-C4330D390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7">
              <a:extLst>
                <a:ext uri="{FF2B5EF4-FFF2-40B4-BE49-F238E27FC236}">
                  <a16:creationId xmlns:a16="http://schemas.microsoft.com/office/drawing/2014/main" id="{78B649D7-3C5D-462D-B06A-D065135FE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8">
              <a:extLst>
                <a:ext uri="{FF2B5EF4-FFF2-40B4-BE49-F238E27FC236}">
                  <a16:creationId xmlns:a16="http://schemas.microsoft.com/office/drawing/2014/main" id="{7A3DDEF1-D28A-48D9-8E48-B2003DF2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9">
              <a:extLst>
                <a:ext uri="{FF2B5EF4-FFF2-40B4-BE49-F238E27FC236}">
                  <a16:creationId xmlns:a16="http://schemas.microsoft.com/office/drawing/2014/main" id="{4A56A02B-D000-45AB-B7DB-E47CA8E77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40">
              <a:extLst>
                <a:ext uri="{FF2B5EF4-FFF2-40B4-BE49-F238E27FC236}">
                  <a16:creationId xmlns:a16="http://schemas.microsoft.com/office/drawing/2014/main" id="{343CE08B-7325-4244-99EA-5E58C982D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Rectangle 41">
              <a:extLst>
                <a:ext uri="{FF2B5EF4-FFF2-40B4-BE49-F238E27FC236}">
                  <a16:creationId xmlns:a16="http://schemas.microsoft.com/office/drawing/2014/main" id="{7F08E29E-A67F-410A-A810-7000201BF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Introduction to Switching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E73684-FF1D-676E-02B7-E853F07D7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180599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261" y="1093787"/>
            <a:ext cx="2294977" cy="4697413"/>
          </a:xfrm>
        </p:spPr>
        <p:txBody>
          <a:bodyPr>
            <a:normAutofit/>
          </a:bodyPr>
          <a:lstStyle/>
          <a:p>
            <a:r>
              <a:t>What is a VLAN?</a:t>
            </a:r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8813" y="0"/>
            <a:ext cx="5675187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2"/>
          <p:cNvSpPr>
            <a:spLocks noGrp="1"/>
          </p:cNvSpPr>
          <p:nvPr>
            <p:ph idx="1"/>
          </p:nvPr>
        </p:nvSpPr>
        <p:spPr>
          <a:xfrm>
            <a:off x="3873956" y="263525"/>
            <a:ext cx="4373958" cy="341279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sz="2000" dirty="0"/>
              <a:t>- VLAN = Virtual LAN, logical separation inside a switch.</a:t>
            </a:r>
          </a:p>
          <a:p>
            <a:pPr>
              <a:lnSpc>
                <a:spcPct val="110000"/>
              </a:lnSpc>
            </a:pPr>
            <a:r>
              <a:rPr sz="2000" dirty="0"/>
              <a:t>- Example:</a:t>
            </a:r>
          </a:p>
          <a:p>
            <a:pPr>
              <a:lnSpc>
                <a:spcPct val="110000"/>
              </a:lnSpc>
            </a:pPr>
            <a:r>
              <a:rPr sz="2000" dirty="0"/>
              <a:t>  VLAN 10 – Sales</a:t>
            </a:r>
          </a:p>
          <a:p>
            <a:pPr>
              <a:lnSpc>
                <a:spcPct val="110000"/>
              </a:lnSpc>
            </a:pPr>
            <a:r>
              <a:rPr sz="2000" dirty="0"/>
              <a:t>  VLAN 20 – HR</a:t>
            </a:r>
          </a:p>
          <a:p>
            <a:pPr>
              <a:lnSpc>
                <a:spcPct val="110000"/>
              </a:lnSpc>
            </a:pPr>
            <a:r>
              <a:rPr sz="2000" dirty="0"/>
              <a:t>  VLAN 30 – IT</a:t>
            </a:r>
          </a:p>
          <a:p>
            <a:pPr>
              <a:lnSpc>
                <a:spcPct val="110000"/>
              </a:lnSpc>
            </a:pPr>
            <a:r>
              <a:rPr sz="2000" dirty="0"/>
              <a:t>- Benefits: Security, reduced broadcast traffic, easier management</a:t>
            </a:r>
            <a:r>
              <a:rPr lang="en-US" sz="2000" dirty="0"/>
              <a:t>.</a:t>
            </a:r>
            <a:endParaRPr sz="2000" dirty="0"/>
          </a:p>
        </p:txBody>
      </p:sp>
      <p:pic>
        <p:nvPicPr>
          <p:cNvPr id="1026" name="Picture 2" descr="Question: VLAN Switching and L3 Routing : r/mikrotik">
            <a:extLst>
              <a:ext uri="{FF2B5EF4-FFF2-40B4-BE49-F238E27FC236}">
                <a16:creationId xmlns:a16="http://schemas.microsoft.com/office/drawing/2014/main" id="{9EB5A1E4-9474-0A10-368F-A51A096AA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096" y="3685844"/>
            <a:ext cx="5036328" cy="283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1375F2-60B1-44ED-B60A-019C4BD5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VLAN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249487"/>
            <a:ext cx="7429499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 dirty="0"/>
              <a:t>Steps: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1. Create VLAN IDs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2. Assign ports to VLANs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3. Verify VLAN membership</a:t>
            </a:r>
          </a:p>
          <a:p>
            <a:pPr>
              <a:lnSpc>
                <a:spcPct val="110000"/>
              </a:lnSpc>
            </a:pPr>
            <a:endParaRPr lang="en-US" sz="1900" dirty="0"/>
          </a:p>
          <a:p>
            <a:pPr>
              <a:lnSpc>
                <a:spcPct val="110000"/>
              </a:lnSpc>
            </a:pPr>
            <a:r>
              <a:rPr lang="en-US" sz="1900" dirty="0"/>
              <a:t>Example (</a:t>
            </a:r>
            <a:r>
              <a:rPr lang="en-US" sz="1900" dirty="0" err="1"/>
              <a:t>MikroTik</a:t>
            </a:r>
            <a:r>
              <a:rPr lang="en-US" sz="1900" dirty="0"/>
              <a:t>):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/interface </a:t>
            </a:r>
            <a:r>
              <a:rPr lang="en-US" sz="1900" dirty="0" err="1"/>
              <a:t>vlan</a:t>
            </a:r>
            <a:r>
              <a:rPr lang="en-US" sz="1900" dirty="0"/>
              <a:t> add name=VLAN10 </a:t>
            </a:r>
            <a:r>
              <a:rPr lang="en-US" sz="1900" dirty="0" err="1"/>
              <a:t>vlan</a:t>
            </a:r>
            <a:r>
              <a:rPr lang="en-US" sz="1900" dirty="0"/>
              <a:t>-id=10 interface=ether1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/interface bridge port add bridge=br1 interface=ether2 </a:t>
            </a:r>
            <a:r>
              <a:rPr lang="en-US" sz="1900" dirty="0" err="1"/>
              <a:t>pvid</a:t>
            </a:r>
            <a:r>
              <a:rPr lang="en-US" sz="1900" dirty="0"/>
              <a:t>=10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485B3F6-654D-4842-A2DE-677D12FED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BF4365F4-C63C-4FC2-907B-1F7D414B9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B0538225-01AB-41C4-9A02-FE1BD81D6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66942F07-D7CC-49EB-BF73-8B94D5F4F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4D3CACE0-3AC7-4A9F-9A3F-1694ACCD4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19063B47-FBFB-4EA1-A3FB-BECE005F4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B856863B-C809-4C31-94D0-659A91851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298CB3D7-7373-4AC6-9E2C-4AFDDE280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7DE09F1B-2326-4ED3-B63B-A30815DD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2498F244-3CE6-4D90-B5CF-5189DB17D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9A30DD13-FA10-4B9F-8B4D-97B7287B8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050" name="Picture 2" descr="konfigurasi vlan di winbox, - Achmuh">
            <a:extLst>
              <a:ext uri="{FF2B5EF4-FFF2-40B4-BE49-F238E27FC236}">
                <a16:creationId xmlns:a16="http://schemas.microsoft.com/office/drawing/2014/main" id="{0054FAE5-5B5D-0E90-432F-1A9259B40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351" y="2271713"/>
            <a:ext cx="4381845" cy="248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1375F2-60B1-44ED-B60A-019C4BD5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What is Trunking?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249487"/>
            <a:ext cx="7429499" cy="3541714"/>
          </a:xfrm>
        </p:spPr>
        <p:txBody>
          <a:bodyPr>
            <a:normAutofit/>
          </a:bodyPr>
          <a:lstStyle/>
          <a:p>
            <a:r>
              <a:rPr dirty="0"/>
              <a:t>- Trunk link carries multiple VLANs between switches.</a:t>
            </a:r>
          </a:p>
          <a:p>
            <a:r>
              <a:rPr dirty="0"/>
              <a:t>- Uses 802.1Q tagging.</a:t>
            </a:r>
          </a:p>
          <a:p>
            <a:r>
              <a:rPr dirty="0"/>
              <a:t>- Required when VLANs span multiple switches.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485B3F6-654D-4842-A2DE-677D12FED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BF4365F4-C63C-4FC2-907B-1F7D414B9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B0538225-01AB-41C4-9A02-FE1BD81D6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66942F07-D7CC-49EB-BF73-8B94D5F4F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4D3CACE0-3AC7-4A9F-9A3F-1694ACCD4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19063B47-FBFB-4EA1-A3FB-BECE005F4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B856863B-C809-4C31-94D0-659A91851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298CB3D7-7373-4AC6-9E2C-4AFDDE280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7DE09F1B-2326-4ED3-B63B-A30815DD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2498F244-3CE6-4D90-B5CF-5189DB17D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9A30DD13-FA10-4B9F-8B4D-97B7287B8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76" name="Picture 4" descr="You are being redirected...">
            <a:extLst>
              <a:ext uri="{FF2B5EF4-FFF2-40B4-BE49-F238E27FC236}">
                <a16:creationId xmlns:a16="http://schemas.microsoft.com/office/drawing/2014/main" id="{E3022B0A-FCFF-F12C-2D69-AD6F5FFB8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013" y="4022472"/>
            <a:ext cx="4369940" cy="262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7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" y="-2"/>
            <a:ext cx="3046144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Rectangle 4108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3041715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11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97" y="23283"/>
            <a:ext cx="305861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449" y="618518"/>
            <a:ext cx="2138563" cy="1478570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What is Port Aggregation?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465" y="2249487"/>
            <a:ext cx="2146833" cy="3957302"/>
          </a:xfrm>
        </p:spPr>
        <p:txBody>
          <a:bodyPr>
            <a:normAutofit/>
          </a:bodyPr>
          <a:lstStyle/>
          <a:p>
            <a:r>
              <a:rPr lang="en-US" sz="1200">
                <a:solidFill>
                  <a:srgbClr val="FFFFFF"/>
                </a:solidFill>
              </a:rPr>
              <a:t>- Combines multiple ports into one logical link (LACP).</a:t>
            </a:r>
          </a:p>
          <a:p>
            <a:r>
              <a:rPr lang="en-US" sz="1200">
                <a:solidFill>
                  <a:srgbClr val="FFFFFF"/>
                </a:solidFill>
              </a:rPr>
              <a:t>- Benefits:</a:t>
            </a:r>
          </a:p>
          <a:p>
            <a:r>
              <a:rPr lang="en-US" sz="1200">
                <a:solidFill>
                  <a:srgbClr val="FFFFFF"/>
                </a:solidFill>
              </a:rPr>
              <a:t>  * Higher bandwidth</a:t>
            </a:r>
          </a:p>
          <a:p>
            <a:r>
              <a:rPr lang="en-US" sz="1200">
                <a:solidFill>
                  <a:srgbClr val="FFFFFF"/>
                </a:solidFill>
              </a:rPr>
              <a:t>  * Redundancy if one link fails</a:t>
            </a:r>
          </a:p>
          <a:p>
            <a:r>
              <a:rPr lang="en-US" sz="1200">
                <a:solidFill>
                  <a:srgbClr val="FFFFFF"/>
                </a:solidFill>
              </a:rPr>
              <a:t>- Example: Server with 2x1Gbps links = 2Gbps total.</a:t>
            </a:r>
          </a:p>
          <a:p>
            <a:pPr marL="0" indent="0">
              <a:buNone/>
            </a:pPr>
            <a:endParaRPr lang="en-US" sz="1200">
              <a:solidFill>
                <a:srgbClr val="FFFFFF"/>
              </a:solidFill>
            </a:endParaRPr>
          </a:p>
        </p:txBody>
      </p:sp>
      <p:grpSp>
        <p:nvGrpSpPr>
          <p:cNvPr id="4113" name="Group 4112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5604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114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8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9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0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1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2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3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4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5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1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2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8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39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100" name="Picture 4" descr="R8500 Port Aggregation FAQs | Answer | NETGEAR Support">
            <a:extLst>
              <a:ext uri="{FF2B5EF4-FFF2-40B4-BE49-F238E27FC236}">
                <a16:creationId xmlns:a16="http://schemas.microsoft.com/office/drawing/2014/main" id="{18809E91-10B7-93C5-51DE-F6A7C7ED3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3833" y="1951000"/>
            <a:ext cx="5133034" cy="295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Network Design Example</a:t>
            </a:r>
          </a:p>
        </p:txBody>
      </p:sp>
      <p:sp>
        <p:nvSpPr>
          <p:cNvPr id="4" name="AutoShape 2" descr="VLAN Modes Explained – Optigo Networks">
            <a:extLst>
              <a:ext uri="{FF2B5EF4-FFF2-40B4-BE49-F238E27FC236}">
                <a16:creationId xmlns:a16="http://schemas.microsoft.com/office/drawing/2014/main" id="{8E9E5924-5D42-A232-0764-2F34189EB1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4" name="Picture 4" descr="VLAN Modes Explained – Optigo Networks">
            <a:extLst>
              <a:ext uri="{FF2B5EF4-FFF2-40B4-BE49-F238E27FC236}">
                <a16:creationId xmlns:a16="http://schemas.microsoft.com/office/drawing/2014/main" id="{C480954C-CD23-52C3-7AFE-64ACF89DF0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878" y="2097088"/>
            <a:ext cx="6838243" cy="384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Benefits Recap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10C627-7F07-AAFE-472B-A67D75BB1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383328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854748-3C92-056B-8965-CAAE28BA54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6157181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36749" y="2235200"/>
            <a:ext cx="5270501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4422" y="2900097"/>
            <a:ext cx="8236545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250" y="2328334"/>
            <a:ext cx="51435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 err="1">
                <a:solidFill>
                  <a:srgbClr val="FFFFFF"/>
                </a:solidFill>
              </a:rPr>
              <a:t>quIz</a:t>
            </a:r>
            <a:endParaRPr lang="en-US" sz="4800" dirty="0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80</TotalTime>
  <Words>608</Words>
  <Application>Microsoft Office PowerPoint</Application>
  <PresentationFormat>On-screen Show (4:3)</PresentationFormat>
  <Paragraphs>73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Tw Cen MT</vt:lpstr>
      <vt:lpstr>Circuit</vt:lpstr>
      <vt:lpstr>Design, Configure, and Deploy Switches Utilizing VLANs, Trunking, and Port Aggregation</vt:lpstr>
      <vt:lpstr>Introduction to Switching</vt:lpstr>
      <vt:lpstr>What is a VLAN?</vt:lpstr>
      <vt:lpstr>VLAN Configuration</vt:lpstr>
      <vt:lpstr>What is Trunking?</vt:lpstr>
      <vt:lpstr>What is Port Aggregation?</vt:lpstr>
      <vt:lpstr>Network Design Example</vt:lpstr>
      <vt:lpstr>Benefits Recap</vt:lpstr>
      <vt:lpstr>Conclusion</vt:lpstr>
      <vt:lpstr>quIz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CLIENTPC</cp:lastModifiedBy>
  <cp:revision>10</cp:revision>
  <dcterms:created xsi:type="dcterms:W3CDTF">2013-01-27T09:14:16Z</dcterms:created>
  <dcterms:modified xsi:type="dcterms:W3CDTF">2025-10-22T01:08:03Z</dcterms:modified>
  <cp:category/>
</cp:coreProperties>
</file>